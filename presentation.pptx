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5b8fa4152d044af" /><Relationship Type="http://schemas.openxmlformats.org/officeDocument/2006/relationships/extended-properties" Target="/docProps/app.xml" Id="R97d06e2680374a71" /><Relationship Type="http://schemas.openxmlformats.org/officeDocument/2006/relationships/officeDocument" Target="/ppt/presentation.xml" Id="Rf2627a9174c0428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31b4b61f2c14f19"/>
  </p:sldMasterIdLst>
  <p:notesMasterIdLst>
    <p:notesMasterId xmlns:r="http://schemas.openxmlformats.org/officeDocument/2006/relationships" r:id="R1ea09180cfab4339"/>
  </p:notesMasterIdLst>
  <p:sldIdLst>
    <p:sldId xmlns:r="http://schemas.openxmlformats.org/officeDocument/2006/relationships" id="256" r:id="Rd22aa52725e24d6f"/>
    <p:sldId xmlns:r="http://schemas.openxmlformats.org/officeDocument/2006/relationships" id="257" r:id="R482be4c380a84dbc"/>
    <p:sldId xmlns:r="http://schemas.openxmlformats.org/officeDocument/2006/relationships" id="258" r:id="R95bf03dc9b844776"/>
    <p:sldId xmlns:r="http://schemas.openxmlformats.org/officeDocument/2006/relationships" id="259" r:id="Racec4b7c4608429f"/>
    <p:sldId xmlns:r="http://schemas.openxmlformats.org/officeDocument/2006/relationships" id="260" r:id="R357f13c36b784354"/>
    <p:sldId xmlns:r="http://schemas.openxmlformats.org/officeDocument/2006/relationships" id="261" r:id="R5721f01d2a164d33"/>
    <p:sldId xmlns:r="http://schemas.openxmlformats.org/officeDocument/2006/relationships" id="262" r:id="R2e87a8ee9d184d53"/>
    <p:sldId xmlns:r="http://schemas.openxmlformats.org/officeDocument/2006/relationships" id="263" r:id="Ra82dd2f6e3cd4f24"/>
    <p:sldId xmlns:r="http://schemas.openxmlformats.org/officeDocument/2006/relationships" id="264" r:id="R0b990867ef71483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df86ce33a1d49b4" /><Relationship Type="http://schemas.openxmlformats.org/officeDocument/2006/relationships/slideMaster" Target="/ppt/slideMasters/slideMaster1.xml" Id="R631b4b61f2c14f19" /><Relationship Type="http://schemas.openxmlformats.org/officeDocument/2006/relationships/notesMaster" Target="/ppt/notesMasters/notesMaster1.xml" Id="R1ea09180cfab4339" /><Relationship Type="http://schemas.openxmlformats.org/officeDocument/2006/relationships/presProps" Target="/ppt/presProps.xml" Id="R5b5e366458434541" /><Relationship Type="http://schemas.openxmlformats.org/officeDocument/2006/relationships/tableStyles" Target="/ppt/tableStyles.xml" Id="Raf87eab1376b4e1f" /><Relationship Type="http://schemas.openxmlformats.org/officeDocument/2006/relationships/slide" Target="/ppt/slides/slide1.xml" Id="Rd22aa52725e24d6f" /><Relationship Type="http://schemas.openxmlformats.org/officeDocument/2006/relationships/slide" Target="/ppt/slides/slide2.xml" Id="R482be4c380a84dbc" /><Relationship Type="http://schemas.openxmlformats.org/officeDocument/2006/relationships/slide" Target="/ppt/slides/slide3.xml" Id="R95bf03dc9b844776" /><Relationship Type="http://schemas.openxmlformats.org/officeDocument/2006/relationships/slide" Target="/ppt/slides/slide4.xml" Id="Racec4b7c4608429f" /><Relationship Type="http://schemas.openxmlformats.org/officeDocument/2006/relationships/slide" Target="/ppt/slides/slide5.xml" Id="R357f13c36b784354" /><Relationship Type="http://schemas.openxmlformats.org/officeDocument/2006/relationships/slide" Target="/ppt/slides/slide6.xml" Id="R5721f01d2a164d33" /><Relationship Type="http://schemas.openxmlformats.org/officeDocument/2006/relationships/slide" Target="/ppt/slides/slide7.xml" Id="R2e87a8ee9d184d53" /><Relationship Type="http://schemas.openxmlformats.org/officeDocument/2006/relationships/slide" Target="/ppt/slides/slide8.xml" Id="Ra82dd2f6e3cd4f24" /><Relationship Type="http://schemas.openxmlformats.org/officeDocument/2006/relationships/slide" Target="/ppt/slides/slide9.xml" Id="R0b990867ef71483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2e93cd4afbf4de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6ad0ff7b7944046" /><Relationship Type="http://schemas.openxmlformats.org/officeDocument/2006/relationships/notesMaster" Target="/ppt/notesMasters/notesMaster1.xml" Id="Rb185f95f84ff432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5953a5e0fdc4896" /><Relationship Type="http://schemas.openxmlformats.org/officeDocument/2006/relationships/notesMaster" Target="/ppt/notesMasters/notesMaster1.xml" Id="Rb672b9e366c746a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46d8e6d1f424d75" /><Relationship Type="http://schemas.openxmlformats.org/officeDocument/2006/relationships/notesMaster" Target="/ppt/notesMasters/notesMaster1.xml" Id="R8be936fc523f423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df3aa44553844f2" /><Relationship Type="http://schemas.openxmlformats.org/officeDocument/2006/relationships/notesMaster" Target="/ppt/notesMasters/notesMaster1.xml" Id="R130c4329a540472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529253c3ef9467d" /><Relationship Type="http://schemas.openxmlformats.org/officeDocument/2006/relationships/notesMaster" Target="/ppt/notesMasters/notesMaster1.xml" Id="R6fc65af3268a48e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f1ce554ffd34fb2" /><Relationship Type="http://schemas.openxmlformats.org/officeDocument/2006/relationships/notesMaster" Target="/ppt/notesMasters/notesMaster1.xml" Id="R9ae6b4950dd0404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a35c92e0c984f57" /><Relationship Type="http://schemas.openxmlformats.org/officeDocument/2006/relationships/notesMaster" Target="/ppt/notesMasters/notesMaster1.xml" Id="Redd3bf8553ca495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8af5bca850643fc" /><Relationship Type="http://schemas.openxmlformats.org/officeDocument/2006/relationships/notesMaster" Target="/ppt/notesMasters/notesMaster1.xml" Id="Ra7c11768b3fd4bc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13370e3a3774ba3" /><Relationship Type="http://schemas.openxmlformats.org/officeDocument/2006/relationships/notesMaster" Target="/ppt/notesMasters/notesMaster1.xml" Id="Rf2388f1bffdc48b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91112ca8cd480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66766e91bb44a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68af3a930c49a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f58213b07f49e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786f79cff5498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7abc662db1425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4F0CCB4-41A1-4F94-AF69-879F6B0396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D6F9102-81E1-4FBA-ACED-DEB26288B04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A60D408-B55D-4E9F-9918-73C6326B79D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98945EA-A4ED-45F0-8E73-EBA3D9365C6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D2FCFF6-83A7-4AD8-BA9E-7837D5CD97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F83500E-326E-4CCC-AFED-194038EC72A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E11D748-3AE5-45A0-8F31-52348EE60C3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70A49EC-75BA-41AF-AA43-9E15E50FADC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F7992E0-FB4A-4FEA-8F3E-9AF55F52D3F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8F764FA-C688-403B-BBE2-F0A1616F897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027482ccd354eb2" /><Relationship Type="http://schemas.openxmlformats.org/officeDocument/2006/relationships/slideLayout" Target="/ppt/slideLayouts/slideLayout1.xml" Id="R2c2eafaa14f44bf0" /><Relationship Type="http://schemas.openxmlformats.org/officeDocument/2006/relationships/slideLayout" Target="/ppt/slideLayouts/slideLayout2.xml" Id="R6a80cbd599534361" /><Relationship Type="http://schemas.openxmlformats.org/officeDocument/2006/relationships/slideLayout" Target="/ppt/slideLayouts/slideLayout3.xml" Id="R792b934be7fe4751" /><Relationship Type="http://schemas.openxmlformats.org/officeDocument/2006/relationships/slideLayout" Target="/ppt/slideLayouts/slideLayout4.xml" Id="R9ebcbbbd803243bf" /><Relationship Type="http://schemas.openxmlformats.org/officeDocument/2006/relationships/slideLayout" Target="/ppt/slideLayouts/slideLayout5.xml" Id="R70e90db09d774e8d" /><Relationship Type="http://schemas.openxmlformats.org/officeDocument/2006/relationships/slideLayout" Target="/ppt/slideLayouts/slideLayout6.xml" Id="R56da0d60762344f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c2eafaa14f44bf0"/>
    <p:sldLayoutId xmlns:r="http://schemas.openxmlformats.org/officeDocument/2006/relationships" id="2147483650" r:id="R6a80cbd599534361"/>
    <p:sldLayoutId xmlns:r="http://schemas.openxmlformats.org/officeDocument/2006/relationships" id="2147483651" r:id="R792b934be7fe4751"/>
    <p:sldLayoutId xmlns:r="http://schemas.openxmlformats.org/officeDocument/2006/relationships" id="2147483652" r:id="R9ebcbbbd803243bf"/>
    <p:sldLayoutId xmlns:r="http://schemas.openxmlformats.org/officeDocument/2006/relationships" id="2147483653" r:id="R70e90db09d774e8d"/>
    <p:sldLayoutId xmlns:r="http://schemas.openxmlformats.org/officeDocument/2006/relationships" id="2147483654" r:id="R56da0d60762344f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82491d82683465c" /><Relationship Type="http://schemas.openxmlformats.org/officeDocument/2006/relationships/image" Target="/ppt/media/image.jpeg" Id="Rdca7f6116cbe4e08" /><Relationship Type="http://schemas.openxmlformats.org/officeDocument/2006/relationships/notesSlide" Target="/ppt/notesSlides/notesSlide1.xml" Id="R90efac385eb741b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05700f736ae4197" /><Relationship Type="http://schemas.openxmlformats.org/officeDocument/2006/relationships/notesSlide" Target="/ppt/notesSlides/notesSlide2.xml" Id="R00465ba31ff0478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fbfef579d764994" /><Relationship Type="http://schemas.openxmlformats.org/officeDocument/2006/relationships/notesSlide" Target="/ppt/notesSlides/notesSlide3.xml" Id="Rd3b1050aaff04bb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9e4dfe905f14d78" /><Relationship Type="http://schemas.openxmlformats.org/officeDocument/2006/relationships/notesSlide" Target="/ppt/notesSlides/notesSlide4.xml" Id="R3c2a429bac3f450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896347c88f148d9" /><Relationship Type="http://schemas.openxmlformats.org/officeDocument/2006/relationships/image" Target="/ppt/media/image2.jpeg" Id="R6ee69c60c9ef4446" /><Relationship Type="http://schemas.openxmlformats.org/officeDocument/2006/relationships/notesSlide" Target="/ppt/notesSlides/notesSlide5.xml" Id="R8a68b839a8464e3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4007f2b781e423f" /><Relationship Type="http://schemas.openxmlformats.org/officeDocument/2006/relationships/notesSlide" Target="/ppt/notesSlides/notesSlide6.xml" Id="Re4467f056bf849c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5a592936ba94e29" /><Relationship Type="http://schemas.openxmlformats.org/officeDocument/2006/relationships/chart" Target="/ppt/slides/charts/chart1.xml" Id="Rb92f2fe6c01b4039" /><Relationship Type="http://schemas.openxmlformats.org/officeDocument/2006/relationships/image" Target="/ppt/media/image3.jpeg" Id="Rb96319da7fc34ffa" /><Relationship Type="http://schemas.openxmlformats.org/officeDocument/2006/relationships/notesSlide" Target="/ppt/notesSlides/notesSlide7.xml" Id="R62386910a70f4ac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442205157b42ce" /><Relationship Type="http://schemas.openxmlformats.org/officeDocument/2006/relationships/image" Target="/ppt/media/image4.jpeg" Id="Rbe64ff23bcb64cc7" /><Relationship Type="http://schemas.openxmlformats.org/officeDocument/2006/relationships/notesSlide" Target="/ppt/notesSlides/notesSlide8.xml" Id="R118b65fccd6049a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883fd08a3e7489d" /><Relationship Type="http://schemas.openxmlformats.org/officeDocument/2006/relationships/image" Target="/ppt/media/image5.jpeg" Id="R5f6680f40eb642c6" /><Relationship Type="http://schemas.openxmlformats.org/officeDocument/2006/relationships/notesSlide" Target="/ppt/notesSlides/notesSlide9.xml" Id="R38a0ecb773464fbd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varyColors val="0"/>
        <c:ser>
          <c:idx val="0"/>
          <c:order val="0"/>
          <c:tx>
            <c:v>Throughput (t/h)</c:v>
          </c:tx>
          <c:spPr>
            <a:solidFill xmlns:a="http://schemas.openxmlformats.org/drawingml/2006/main">
              <a:srgbClr val="FF8A35"/>
            </a:solidFill>
          </c:spPr>
          <c:invertIfNegative val="0"/>
          <c:cat>
            <c:strRef>
              <c:f>'Chart Data'!$A$2:$A$5</c:f>
              <c:strCache>
                <c:ptCount val="4"/>
                <c:pt idx="0">
                  <c:v>Normal</c:v>
                </c:pt>
                <c:pt idx="1">
                  <c:v>Breakdown first hour</c:v>
                </c:pt>
                <c:pt idx="2">
                  <c:v>Road restriction</c:v>
                </c:pt>
                <c:pt idx="3">
                  <c:v>Crusher slowdown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770</c:v>
                </c:pt>
                <c:pt idx="1">
                  <c:v>691</c:v>
                </c:pt>
                <c:pt idx="2">
                  <c:v>645.3</c:v>
                </c:pt>
                <c:pt idx="3">
                  <c:v>495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F4F7F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9525">
              <a:solidFill>
                <a:srgbClr val="31505B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A9B6BC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A9B6BC"/>
                </a:solidFill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36A362-4D3D-4533-B442-7FF743B8DD4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a7f6116cbe4e08"/>
          <a:srcRect xmlns:a="http://schemas.openxmlformats.org/drawingml/2006/main" l="21680" t="0" r="2168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86375" y="0"/>
            <a:ext cx="6905625" cy="6858000"/>
          </a:xfrm>
          <a:prstGeom xmlns:a="http://schemas.openxmlformats.org/drawingml/2006/main" prst="roundRect">
            <a:avLst>
              <a:gd name="adj" fmla="val 1667"/>
            </a:avLst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55DADD-50CE-4413-9A6F-8DFD2E38A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810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6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BB8941-94E5-4139-96F9-084DD57C3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112545-EA78-4209-A0B0-25736EAE7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24765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162A32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2A7BEC-C862-4B5C-A49B-3050A938A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66750"/>
            <a:ext cx="2247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32D6C5"/>
                </a:solidFill>
              </a:defRPr>
            </a:defPPr>
            <a:lvl1pPr algn="ctr">
              <a:defRPr sz="975" b="1">
                <a:solidFill>
                  <a:srgbClr val="32D6C5"/>
                </a:solidFill>
              </a:defRPr>
            </a:lvl1pPr>
            <a:lvl2pPr algn="ctr">
              <a:defRPr sz="975" b="1">
                <a:solidFill>
                  <a:srgbClr val="32D6C5"/>
                </a:solidFill>
              </a:defRPr>
            </a:lvl2pPr>
            <a:lvl3pPr algn="ctr">
              <a:defRPr sz="975" b="1">
                <a:solidFill>
                  <a:srgbClr val="32D6C5"/>
                </a:solidFill>
              </a:defRPr>
            </a:lvl3pPr>
            <a:lvl4pPr algn="ctr">
              <a:defRPr sz="975" b="1">
                <a:solidFill>
                  <a:srgbClr val="32D6C5"/>
                </a:solidFill>
              </a:defRPr>
            </a:lvl4pPr>
            <a:lvl5pPr algn="ctr">
              <a:defRPr sz="975" b="1">
                <a:solidFill>
                  <a:srgbClr val="32D6C5"/>
                </a:solidFill>
              </a:defRPr>
            </a:lvl5pPr>
            <a:lvl6pPr algn="ctr">
              <a:defRPr sz="975" b="1">
                <a:solidFill>
                  <a:srgbClr val="32D6C5"/>
                </a:solidFill>
              </a:defRPr>
            </a:lvl6pPr>
            <a:lvl7pPr algn="ctr">
              <a:defRPr sz="975" b="1">
                <a:solidFill>
                  <a:srgbClr val="32D6C5"/>
                </a:solidFill>
              </a:defRPr>
            </a:lvl7pPr>
            <a:lvl8pPr algn="ctr">
              <a:defRPr sz="975" b="1">
                <a:solidFill>
                  <a:srgbClr val="32D6C5"/>
                </a:solidFill>
              </a:defRPr>
            </a:lvl8pPr>
            <a:lvl9pPr algn="ctr">
              <a:defRPr sz="975" b="1">
                <a:solidFill>
                  <a:srgbClr val="32D6C5"/>
                </a:solidFill>
              </a:defRPr>
            </a:lvl9pPr>
          </a:lstStyle>
          <a:p xmlns:a="http://schemas.openxmlformats.org/drawingml/2006/main">
            <a:pPr algn="ctr">
              <a:defRPr sz="975" b="1">
                <a:solidFill>
                  <a:srgbClr val="32D6C5"/>
                </a:solidFill>
              </a:defRPr>
            </a:pPr>
            <a:r>
              <a:rPr sz="975" b="1">
                <a:solidFill>
                  <a:srgbClr val="32D6C5"/>
                </a:solidFill>
              </a:rPr>
              <a:t>DIGITAL MINE ON OPENGIZ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303EB0-F845-4A6B-A76A-6A9DD05A6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4476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050" b="1">
                <a:solidFill>
                  <a:srgbClr val="F4F7F8"/>
                </a:solidFill>
              </a:defRPr>
            </a:defPPr>
            <a:lvl1pPr algn="l">
              <a:defRPr sz="4050" b="1">
                <a:solidFill>
                  <a:srgbClr val="F4F7F8"/>
                </a:solidFill>
              </a:defRPr>
            </a:lvl1pPr>
            <a:lvl2pPr algn="l">
              <a:defRPr sz="4050" b="1">
                <a:solidFill>
                  <a:srgbClr val="F4F7F8"/>
                </a:solidFill>
              </a:defRPr>
            </a:lvl2pPr>
            <a:lvl3pPr algn="l">
              <a:defRPr sz="4050" b="1">
                <a:solidFill>
                  <a:srgbClr val="F4F7F8"/>
                </a:solidFill>
              </a:defRPr>
            </a:lvl3pPr>
            <a:lvl4pPr algn="l">
              <a:defRPr sz="4050" b="1">
                <a:solidFill>
                  <a:srgbClr val="F4F7F8"/>
                </a:solidFill>
              </a:defRPr>
            </a:lvl4pPr>
            <a:lvl5pPr algn="l">
              <a:defRPr sz="4050" b="1">
                <a:solidFill>
                  <a:srgbClr val="F4F7F8"/>
                </a:solidFill>
              </a:defRPr>
            </a:lvl5pPr>
            <a:lvl6pPr algn="l">
              <a:defRPr sz="4050" b="1">
                <a:solidFill>
                  <a:srgbClr val="F4F7F8"/>
                </a:solidFill>
              </a:defRPr>
            </a:lvl6pPr>
            <a:lvl7pPr algn="l">
              <a:defRPr sz="4050" b="1">
                <a:solidFill>
                  <a:srgbClr val="F4F7F8"/>
                </a:solidFill>
              </a:defRPr>
            </a:lvl7pPr>
            <a:lvl8pPr algn="l">
              <a:defRPr sz="4050" b="1">
                <a:solidFill>
                  <a:srgbClr val="F4F7F8"/>
                </a:solidFill>
              </a:defRPr>
            </a:lvl8pPr>
            <a:lvl9pPr algn="l">
              <a:defRPr sz="4050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4050" b="1">
                <a:solidFill>
                  <a:srgbClr val="F4F7F8"/>
                </a:solidFill>
              </a:defRPr>
            </a:pPr>
            <a:r>
              <a:rPr sz="4050" b="1">
                <a:solidFill>
                  <a:srgbClr val="F4F7F8"/>
                </a:solidFill>
              </a:rPr>
              <a:t>Ademix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B3B4DE-1483-47C7-A14A-8FA281F53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4476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700" b="1">
                <a:solidFill>
                  <a:srgbClr val="FF8A35"/>
                </a:solidFill>
              </a:defRPr>
            </a:defPPr>
            <a:lvl1pPr algn="l">
              <a:defRPr sz="2700" b="1">
                <a:solidFill>
                  <a:srgbClr val="FF8A35"/>
                </a:solidFill>
              </a:defRPr>
            </a:lvl1pPr>
            <a:lvl2pPr algn="l">
              <a:defRPr sz="2700" b="1">
                <a:solidFill>
                  <a:srgbClr val="FF8A35"/>
                </a:solidFill>
              </a:defRPr>
            </a:lvl2pPr>
            <a:lvl3pPr algn="l">
              <a:defRPr sz="2700" b="1">
                <a:solidFill>
                  <a:srgbClr val="FF8A35"/>
                </a:solidFill>
              </a:defRPr>
            </a:lvl3pPr>
            <a:lvl4pPr algn="l">
              <a:defRPr sz="2700" b="1">
                <a:solidFill>
                  <a:srgbClr val="FF8A35"/>
                </a:solidFill>
              </a:defRPr>
            </a:lvl4pPr>
            <a:lvl5pPr algn="l">
              <a:defRPr sz="2700" b="1">
                <a:solidFill>
                  <a:srgbClr val="FF8A35"/>
                </a:solidFill>
              </a:defRPr>
            </a:lvl5pPr>
            <a:lvl6pPr algn="l">
              <a:defRPr sz="2700" b="1">
                <a:solidFill>
                  <a:srgbClr val="FF8A35"/>
                </a:solidFill>
              </a:defRPr>
            </a:lvl6pPr>
            <a:lvl7pPr algn="l">
              <a:defRPr sz="2700" b="1">
                <a:solidFill>
                  <a:srgbClr val="FF8A35"/>
                </a:solidFill>
              </a:defRPr>
            </a:lvl7pPr>
            <a:lvl8pPr algn="l">
              <a:defRPr sz="2700" b="1">
                <a:solidFill>
                  <a:srgbClr val="FF8A35"/>
                </a:solidFill>
              </a:defRPr>
            </a:lvl8pPr>
            <a:lvl9pPr algn="l">
              <a:defRPr sz="2700" b="1">
                <a:solidFill>
                  <a:srgbClr val="FF8A35"/>
                </a:solidFill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FF8A35"/>
                </a:solidFill>
              </a:defRPr>
            </a:pPr>
            <a:r>
              <a:rPr sz="2700" b="1">
                <a:solidFill>
                  <a:srgbClr val="FF8A35"/>
                </a:solidFill>
              </a:rPr>
              <a:t>3D open-pit operations twin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206D30-2EF0-488B-BAC0-D2835DBAD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4286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A9B6BC"/>
                </a:solidFill>
              </a:defRPr>
            </a:defPPr>
            <a:lvl1pPr algn="l">
              <a:defRPr sz="1725" b="0">
                <a:solidFill>
                  <a:srgbClr val="A9B6BC"/>
                </a:solidFill>
              </a:defRPr>
            </a:lvl1pPr>
            <a:lvl2pPr algn="l">
              <a:defRPr sz="1725" b="0">
                <a:solidFill>
                  <a:srgbClr val="A9B6BC"/>
                </a:solidFill>
              </a:defRPr>
            </a:lvl2pPr>
            <a:lvl3pPr algn="l">
              <a:defRPr sz="1725" b="0">
                <a:solidFill>
                  <a:srgbClr val="A9B6BC"/>
                </a:solidFill>
              </a:defRPr>
            </a:lvl3pPr>
            <a:lvl4pPr algn="l">
              <a:defRPr sz="1725" b="0">
                <a:solidFill>
                  <a:srgbClr val="A9B6BC"/>
                </a:solidFill>
              </a:defRPr>
            </a:lvl4pPr>
            <a:lvl5pPr algn="l">
              <a:defRPr sz="1725" b="0">
                <a:solidFill>
                  <a:srgbClr val="A9B6BC"/>
                </a:solidFill>
              </a:defRPr>
            </a:lvl5pPr>
            <a:lvl6pPr algn="l">
              <a:defRPr sz="1725" b="0">
                <a:solidFill>
                  <a:srgbClr val="A9B6BC"/>
                </a:solidFill>
              </a:defRPr>
            </a:lvl6pPr>
            <a:lvl7pPr algn="l">
              <a:defRPr sz="1725" b="0">
                <a:solidFill>
                  <a:srgbClr val="A9B6BC"/>
                </a:solidFill>
              </a:defRPr>
            </a:lvl7pPr>
            <a:lvl8pPr algn="l">
              <a:defRPr sz="1725" b="0">
                <a:solidFill>
                  <a:srgbClr val="A9B6BC"/>
                </a:solidFill>
              </a:defRPr>
            </a:lvl8pPr>
            <a:lvl9pPr algn="l">
              <a:defRPr sz="1725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A9B6BC"/>
                </a:solidFill>
              </a:defRPr>
            </a:pPr>
            <a:r>
              <a:rPr sz="1725" b="0">
                <a:solidFill>
                  <a:srgbClr val="A9B6BC"/>
                </a:solidFill>
              </a:rPr>
              <a:t>Live OpenEgiz twins connect mine events to dispatcher decisions.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F41BA8-9387-48DA-BE18-7D16ADA97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F4F7F8"/>
                </a:solidFill>
              </a:defRPr>
            </a:defPPr>
            <a:lvl1pPr algn="l">
              <a:defRPr sz="1275" b="1">
                <a:solidFill>
                  <a:srgbClr val="F4F7F8"/>
                </a:solidFill>
              </a:defRPr>
            </a:lvl1pPr>
            <a:lvl2pPr algn="l">
              <a:defRPr sz="1275" b="1">
                <a:solidFill>
                  <a:srgbClr val="F4F7F8"/>
                </a:solidFill>
              </a:defRPr>
            </a:lvl2pPr>
            <a:lvl3pPr algn="l">
              <a:defRPr sz="1275" b="1">
                <a:solidFill>
                  <a:srgbClr val="F4F7F8"/>
                </a:solidFill>
              </a:defRPr>
            </a:lvl3pPr>
            <a:lvl4pPr algn="l">
              <a:defRPr sz="1275" b="1">
                <a:solidFill>
                  <a:srgbClr val="F4F7F8"/>
                </a:solidFill>
              </a:defRPr>
            </a:lvl4pPr>
            <a:lvl5pPr algn="l">
              <a:defRPr sz="1275" b="1">
                <a:solidFill>
                  <a:srgbClr val="F4F7F8"/>
                </a:solidFill>
              </a:defRPr>
            </a:lvl5pPr>
            <a:lvl6pPr algn="l">
              <a:defRPr sz="1275" b="1">
                <a:solidFill>
                  <a:srgbClr val="F4F7F8"/>
                </a:solidFill>
              </a:defRPr>
            </a:lvl6pPr>
            <a:lvl7pPr algn="l">
              <a:defRPr sz="1275" b="1">
                <a:solidFill>
                  <a:srgbClr val="F4F7F8"/>
                </a:solidFill>
              </a:defRPr>
            </a:lvl7pPr>
            <a:lvl8pPr algn="l">
              <a:defRPr sz="1275" b="1">
                <a:solidFill>
                  <a:srgbClr val="F4F7F8"/>
                </a:solidFill>
              </a:defRPr>
            </a:lvl8pPr>
            <a:lvl9pPr algn="l">
              <a:defRPr sz="1275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F4F7F8"/>
                </a:solidFill>
              </a:defRPr>
            </a:pPr>
            <a:r>
              <a:rPr sz="1275" b="1">
                <a:solidFill>
                  <a:srgbClr val="F4F7F8"/>
                </a:solidFill>
              </a:rPr>
              <a:t>Ahmad Shah Yawar  |  Professor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BA4CDD-238B-475F-85CE-0123BDBDC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00775"/>
            <a:ext cx="428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0">
                <a:solidFill>
                  <a:srgbClr val="A9B6BC"/>
                </a:solidFill>
              </a:defRPr>
            </a:defPPr>
            <a:lvl1pPr algn="l">
              <a:defRPr sz="1125" b="0">
                <a:solidFill>
                  <a:srgbClr val="A9B6BC"/>
                </a:solidFill>
              </a:defRPr>
            </a:lvl1pPr>
            <a:lvl2pPr algn="l">
              <a:defRPr sz="1125" b="0">
                <a:solidFill>
                  <a:srgbClr val="A9B6BC"/>
                </a:solidFill>
              </a:defRPr>
            </a:lvl2pPr>
            <a:lvl3pPr algn="l">
              <a:defRPr sz="1125" b="0">
                <a:solidFill>
                  <a:srgbClr val="A9B6BC"/>
                </a:solidFill>
              </a:defRPr>
            </a:lvl3pPr>
            <a:lvl4pPr algn="l">
              <a:defRPr sz="1125" b="0">
                <a:solidFill>
                  <a:srgbClr val="A9B6BC"/>
                </a:solidFill>
              </a:defRPr>
            </a:lvl4pPr>
            <a:lvl5pPr algn="l">
              <a:defRPr sz="1125" b="0">
                <a:solidFill>
                  <a:srgbClr val="A9B6BC"/>
                </a:solidFill>
              </a:defRPr>
            </a:lvl5pPr>
            <a:lvl6pPr algn="l">
              <a:defRPr sz="1125" b="0">
                <a:solidFill>
                  <a:srgbClr val="A9B6BC"/>
                </a:solidFill>
              </a:defRPr>
            </a:lvl6pPr>
            <a:lvl7pPr algn="l">
              <a:defRPr sz="1125" b="0">
                <a:solidFill>
                  <a:srgbClr val="A9B6BC"/>
                </a:solidFill>
              </a:defRPr>
            </a:lvl7pPr>
            <a:lvl8pPr algn="l">
              <a:defRPr sz="1125" b="0">
                <a:solidFill>
                  <a:srgbClr val="A9B6BC"/>
                </a:solidFill>
              </a:defRPr>
            </a:lvl8pPr>
            <a:lvl9pPr algn="l">
              <a:defRPr sz="1125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A9B6BC"/>
                </a:solidFill>
              </a:defRPr>
            </a:pPr>
            <a:r>
              <a:rPr sz="1125" b="0">
                <a:solidFill>
                  <a:srgbClr val="A9B6BC"/>
                </a:solidFill>
              </a:rPr>
              <a:t>Team Ademix</a:t>
            </a:r>
          </a:p>
        </p:txBody>
      </p:sp>
    </p:spTree>
    <p:extLst>
      <p:ext uri="{BB962C8B-B14F-4D97-AF65-F5344CB8AC3E}">
        <p14:creationId xmlns:p14="http://schemas.microsoft.com/office/powerpoint/2010/main" val="31155295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1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326A50-2D85-4953-8139-EA743E084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C4F22D-7EBD-4523-A6D2-E4BA4963D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4F7F8"/>
                </a:solidFill>
              </a:defRPr>
            </a:defPPr>
            <a:lvl1pPr algn="l">
              <a:defRPr sz="2550" b="1">
                <a:solidFill>
                  <a:srgbClr val="F4F7F8"/>
                </a:solidFill>
              </a:defRPr>
            </a:lvl1pPr>
            <a:lvl2pPr algn="l">
              <a:defRPr sz="2550" b="1">
                <a:solidFill>
                  <a:srgbClr val="F4F7F8"/>
                </a:solidFill>
              </a:defRPr>
            </a:lvl2pPr>
            <a:lvl3pPr algn="l">
              <a:defRPr sz="2550" b="1">
                <a:solidFill>
                  <a:srgbClr val="F4F7F8"/>
                </a:solidFill>
              </a:defRPr>
            </a:lvl3pPr>
            <a:lvl4pPr algn="l">
              <a:defRPr sz="2550" b="1">
                <a:solidFill>
                  <a:srgbClr val="F4F7F8"/>
                </a:solidFill>
              </a:defRPr>
            </a:lvl4pPr>
            <a:lvl5pPr algn="l">
              <a:defRPr sz="2550" b="1">
                <a:solidFill>
                  <a:srgbClr val="F4F7F8"/>
                </a:solidFill>
              </a:defRPr>
            </a:lvl5pPr>
            <a:lvl6pPr algn="l">
              <a:defRPr sz="2550" b="1">
                <a:solidFill>
                  <a:srgbClr val="F4F7F8"/>
                </a:solidFill>
              </a:defRPr>
            </a:lvl6pPr>
            <a:lvl7pPr algn="l">
              <a:defRPr sz="2550" b="1">
                <a:solidFill>
                  <a:srgbClr val="F4F7F8"/>
                </a:solidFill>
              </a:defRPr>
            </a:lvl7pPr>
            <a:lvl8pPr algn="l">
              <a:defRPr sz="2550" b="1">
                <a:solidFill>
                  <a:srgbClr val="F4F7F8"/>
                </a:solidFill>
              </a:defRPr>
            </a:lvl8pPr>
            <a:lvl9pPr algn="l">
              <a:defRPr sz="2550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4F7F8"/>
                </a:solidFill>
              </a:defRPr>
            </a:pPr>
            <a:r>
              <a:rPr sz="2550" b="1">
                <a:solidFill>
                  <a:srgbClr val="F4F7F8"/>
                </a:solidFill>
              </a:rPr>
              <a:t>The load-haul-crush decision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27A241-FBE8-4CBC-B8D3-B832E4C93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572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050" b="1">
                <a:solidFill>
                  <a:srgbClr val="A9B6BC"/>
                </a:solidFill>
              </a:defRPr>
            </a:defPPr>
            <a:lvl1pPr algn="r">
              <a:defRPr sz="1050" b="1">
                <a:solidFill>
                  <a:srgbClr val="A9B6BC"/>
                </a:solidFill>
              </a:defRPr>
            </a:lvl1pPr>
            <a:lvl2pPr algn="r">
              <a:defRPr sz="1050" b="1">
                <a:solidFill>
                  <a:srgbClr val="A9B6BC"/>
                </a:solidFill>
              </a:defRPr>
            </a:lvl2pPr>
            <a:lvl3pPr algn="r">
              <a:defRPr sz="1050" b="1">
                <a:solidFill>
                  <a:srgbClr val="A9B6BC"/>
                </a:solidFill>
              </a:defRPr>
            </a:lvl3pPr>
            <a:lvl4pPr algn="r">
              <a:defRPr sz="1050" b="1">
                <a:solidFill>
                  <a:srgbClr val="A9B6BC"/>
                </a:solidFill>
              </a:defRPr>
            </a:lvl4pPr>
            <a:lvl5pPr algn="r">
              <a:defRPr sz="1050" b="1">
                <a:solidFill>
                  <a:srgbClr val="A9B6BC"/>
                </a:solidFill>
              </a:defRPr>
            </a:lvl5pPr>
            <a:lvl6pPr algn="r">
              <a:defRPr sz="1050" b="1">
                <a:solidFill>
                  <a:srgbClr val="A9B6BC"/>
                </a:solidFill>
              </a:defRPr>
            </a:lvl6pPr>
            <a:lvl7pPr algn="r">
              <a:defRPr sz="1050" b="1">
                <a:solidFill>
                  <a:srgbClr val="A9B6BC"/>
                </a:solidFill>
              </a:defRPr>
            </a:lvl7pPr>
            <a:lvl8pPr algn="r">
              <a:defRPr sz="1050" b="1">
                <a:solidFill>
                  <a:srgbClr val="A9B6BC"/>
                </a:solidFill>
              </a:defRPr>
            </a:lvl8pPr>
            <a:lvl9pPr algn="r">
              <a:defRPr sz="1050" b="1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r">
              <a:defRPr sz="1050" b="1">
                <a:solidFill>
                  <a:srgbClr val="A9B6BC"/>
                </a:solidFill>
              </a:defRPr>
            </a:pPr>
            <a:r>
              <a:rPr sz="1050" b="1">
                <a:solidFill>
                  <a:srgbClr val="A9B6BC"/>
                </a:solidFill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305BE3-3E65-48E7-A2AF-2EE9E6F65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A9B6BC"/>
                </a:solidFill>
              </a:defRPr>
            </a:defPPr>
            <a:lvl1pPr algn="l">
              <a:defRPr sz="1575" b="0">
                <a:solidFill>
                  <a:srgbClr val="A9B6BC"/>
                </a:solidFill>
              </a:defRPr>
            </a:lvl1pPr>
            <a:lvl2pPr algn="l">
              <a:defRPr sz="1575" b="0">
                <a:solidFill>
                  <a:srgbClr val="A9B6BC"/>
                </a:solidFill>
              </a:defRPr>
            </a:lvl2pPr>
            <a:lvl3pPr algn="l">
              <a:defRPr sz="1575" b="0">
                <a:solidFill>
                  <a:srgbClr val="A9B6BC"/>
                </a:solidFill>
              </a:defRPr>
            </a:lvl3pPr>
            <a:lvl4pPr algn="l">
              <a:defRPr sz="1575" b="0">
                <a:solidFill>
                  <a:srgbClr val="A9B6BC"/>
                </a:solidFill>
              </a:defRPr>
            </a:lvl4pPr>
            <a:lvl5pPr algn="l">
              <a:defRPr sz="1575" b="0">
                <a:solidFill>
                  <a:srgbClr val="A9B6BC"/>
                </a:solidFill>
              </a:defRPr>
            </a:lvl5pPr>
            <a:lvl6pPr algn="l">
              <a:defRPr sz="1575" b="0">
                <a:solidFill>
                  <a:srgbClr val="A9B6BC"/>
                </a:solidFill>
              </a:defRPr>
            </a:lvl6pPr>
            <a:lvl7pPr algn="l">
              <a:defRPr sz="1575" b="0">
                <a:solidFill>
                  <a:srgbClr val="A9B6BC"/>
                </a:solidFill>
              </a:defRPr>
            </a:lvl7pPr>
            <a:lvl8pPr algn="l">
              <a:defRPr sz="1575" b="0">
                <a:solidFill>
                  <a:srgbClr val="A9B6BC"/>
                </a:solidFill>
              </a:defRPr>
            </a:lvl8pPr>
            <a:lvl9pPr algn="l">
              <a:defRPr sz="1575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A9B6BC"/>
                </a:solidFill>
              </a:defRPr>
            </a:pPr>
            <a:r>
              <a:rPr sz="1575" b="0">
                <a:solidFill>
                  <a:srgbClr val="A9B6BC"/>
                </a:solidFill>
              </a:rPr>
              <a:t>A dispatcher must keep ore moving when equipment, road speed or crusher capacity changes.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24BB6B-BF02-47B1-9C18-B36BC4F13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52625"/>
            <a:ext cx="647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32D6C5"/>
                </a:solidFill>
              </a:defRPr>
            </a:defPPr>
            <a:lvl1pPr algn="l">
              <a:defRPr sz="1875" b="1">
                <a:solidFill>
                  <a:srgbClr val="32D6C5"/>
                </a:solidFill>
              </a:defRPr>
            </a:lvl1pPr>
            <a:lvl2pPr algn="l">
              <a:defRPr sz="1875" b="1">
                <a:solidFill>
                  <a:srgbClr val="32D6C5"/>
                </a:solidFill>
              </a:defRPr>
            </a:lvl2pPr>
            <a:lvl3pPr algn="l">
              <a:defRPr sz="1875" b="1">
                <a:solidFill>
                  <a:srgbClr val="32D6C5"/>
                </a:solidFill>
              </a:defRPr>
            </a:lvl3pPr>
            <a:lvl4pPr algn="l">
              <a:defRPr sz="1875" b="1">
                <a:solidFill>
                  <a:srgbClr val="32D6C5"/>
                </a:solidFill>
              </a:defRPr>
            </a:lvl4pPr>
            <a:lvl5pPr algn="l">
              <a:defRPr sz="1875" b="1">
                <a:solidFill>
                  <a:srgbClr val="32D6C5"/>
                </a:solidFill>
              </a:defRPr>
            </a:lvl5pPr>
            <a:lvl6pPr algn="l">
              <a:defRPr sz="1875" b="1">
                <a:solidFill>
                  <a:srgbClr val="32D6C5"/>
                </a:solidFill>
              </a:defRPr>
            </a:lvl6pPr>
            <a:lvl7pPr algn="l">
              <a:defRPr sz="1875" b="1">
                <a:solidFill>
                  <a:srgbClr val="32D6C5"/>
                </a:solidFill>
              </a:defRPr>
            </a:lvl7pPr>
            <a:lvl8pPr algn="l">
              <a:defRPr sz="1875" b="1">
                <a:solidFill>
                  <a:srgbClr val="32D6C5"/>
                </a:solidFill>
              </a:defRPr>
            </a:lvl8pPr>
            <a:lvl9pPr algn="l">
              <a:defRPr sz="1875" b="1">
                <a:solidFill>
                  <a:srgbClr val="32D6C5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32D6C5"/>
                </a:solidFill>
              </a:defRPr>
            </a:pPr>
            <a:r>
              <a:rPr sz="1875" b="1">
                <a:solidFill>
                  <a:srgbClr val="32D6C5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3B4006-21DB-467C-AB01-62E89086B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905000"/>
            <a:ext cx="285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D6C5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583901-9B77-47DF-BB98-45E28472E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90500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4F7F8"/>
                </a:solidFill>
              </a:defRPr>
            </a:defPPr>
            <a:lvl1pPr algn="l">
              <a:defRPr sz="1875" b="1">
                <a:solidFill>
                  <a:srgbClr val="F4F7F8"/>
                </a:solidFill>
              </a:defRPr>
            </a:lvl1pPr>
            <a:lvl2pPr algn="l">
              <a:defRPr sz="1875" b="1">
                <a:solidFill>
                  <a:srgbClr val="F4F7F8"/>
                </a:solidFill>
              </a:defRPr>
            </a:lvl2pPr>
            <a:lvl3pPr algn="l">
              <a:defRPr sz="1875" b="1">
                <a:solidFill>
                  <a:srgbClr val="F4F7F8"/>
                </a:solidFill>
              </a:defRPr>
            </a:lvl3pPr>
            <a:lvl4pPr algn="l">
              <a:defRPr sz="1875" b="1">
                <a:solidFill>
                  <a:srgbClr val="F4F7F8"/>
                </a:solidFill>
              </a:defRPr>
            </a:lvl4pPr>
            <a:lvl5pPr algn="l">
              <a:defRPr sz="1875" b="1">
                <a:solidFill>
                  <a:srgbClr val="F4F7F8"/>
                </a:solidFill>
              </a:defRPr>
            </a:lvl5pPr>
            <a:lvl6pPr algn="l">
              <a:defRPr sz="1875" b="1">
                <a:solidFill>
                  <a:srgbClr val="F4F7F8"/>
                </a:solidFill>
              </a:defRPr>
            </a:lvl6pPr>
            <a:lvl7pPr algn="l">
              <a:defRPr sz="1875" b="1">
                <a:solidFill>
                  <a:srgbClr val="F4F7F8"/>
                </a:solidFill>
              </a:defRPr>
            </a:lvl7pPr>
            <a:lvl8pPr algn="l">
              <a:defRPr sz="1875" b="1">
                <a:solidFill>
                  <a:srgbClr val="F4F7F8"/>
                </a:solidFill>
              </a:defRPr>
            </a:lvl8pPr>
            <a:lvl9pPr algn="l">
              <a:defRPr sz="1875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F4F7F8"/>
                </a:solidFill>
              </a:defRPr>
            </a:pPr>
            <a:r>
              <a:rPr sz="1875" b="1">
                <a:solidFill>
                  <a:srgbClr val="F4F7F8"/>
                </a:solidFill>
              </a:rPr>
              <a:t>Observe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9F875D-44CD-4FA2-BCE7-26B32A57E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1905000"/>
            <a:ext cx="723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9B6BC"/>
                </a:solidFill>
              </a:defRPr>
            </a:defPPr>
            <a:lvl1pPr algn="l">
              <a:defRPr sz="1350" b="0">
                <a:solidFill>
                  <a:srgbClr val="A9B6BC"/>
                </a:solidFill>
              </a:defRPr>
            </a:lvl1pPr>
            <a:lvl2pPr algn="l">
              <a:defRPr sz="1350" b="0">
                <a:solidFill>
                  <a:srgbClr val="A9B6BC"/>
                </a:solidFill>
              </a:defRPr>
            </a:lvl2pPr>
            <a:lvl3pPr algn="l">
              <a:defRPr sz="1350" b="0">
                <a:solidFill>
                  <a:srgbClr val="A9B6BC"/>
                </a:solidFill>
              </a:defRPr>
            </a:lvl3pPr>
            <a:lvl4pPr algn="l">
              <a:defRPr sz="1350" b="0">
                <a:solidFill>
                  <a:srgbClr val="A9B6BC"/>
                </a:solidFill>
              </a:defRPr>
            </a:lvl4pPr>
            <a:lvl5pPr algn="l">
              <a:defRPr sz="1350" b="0">
                <a:solidFill>
                  <a:srgbClr val="A9B6BC"/>
                </a:solidFill>
              </a:defRPr>
            </a:lvl5pPr>
            <a:lvl6pPr algn="l">
              <a:defRPr sz="1350" b="0">
                <a:solidFill>
                  <a:srgbClr val="A9B6BC"/>
                </a:solidFill>
              </a:defRPr>
            </a:lvl6pPr>
            <a:lvl7pPr algn="l">
              <a:defRPr sz="1350" b="0">
                <a:solidFill>
                  <a:srgbClr val="A9B6BC"/>
                </a:solidFill>
              </a:defRPr>
            </a:lvl7pPr>
            <a:lvl8pPr algn="l">
              <a:defRPr sz="1350" b="0">
                <a:solidFill>
                  <a:srgbClr val="A9B6BC"/>
                </a:solidFill>
              </a:defRPr>
            </a:lvl8pPr>
            <a:lvl9pPr algn="l">
              <a:defRPr sz="135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9B6BC"/>
                </a:solidFill>
              </a:defRPr>
            </a:pPr>
            <a:r>
              <a:rPr sz="1350" b="0">
                <a:solidFill>
                  <a:srgbClr val="A9B6BC"/>
                </a:solidFill>
              </a:rPr>
              <a:t>Returned twin state shows trucks, queues, road condition, production and constraints.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0F7DE7-91AF-4BAB-B6C5-2DAFFEEE4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38500"/>
            <a:ext cx="647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F8A35"/>
                </a:solidFill>
              </a:defRPr>
            </a:defPPr>
            <a:lvl1pPr algn="l">
              <a:defRPr sz="1875" b="1">
                <a:solidFill>
                  <a:srgbClr val="FF8A35"/>
                </a:solidFill>
              </a:defRPr>
            </a:lvl1pPr>
            <a:lvl2pPr algn="l">
              <a:defRPr sz="1875" b="1">
                <a:solidFill>
                  <a:srgbClr val="FF8A35"/>
                </a:solidFill>
              </a:defRPr>
            </a:lvl2pPr>
            <a:lvl3pPr algn="l">
              <a:defRPr sz="1875" b="1">
                <a:solidFill>
                  <a:srgbClr val="FF8A35"/>
                </a:solidFill>
              </a:defRPr>
            </a:lvl3pPr>
            <a:lvl4pPr algn="l">
              <a:defRPr sz="1875" b="1">
                <a:solidFill>
                  <a:srgbClr val="FF8A35"/>
                </a:solidFill>
              </a:defRPr>
            </a:lvl4pPr>
            <a:lvl5pPr algn="l">
              <a:defRPr sz="1875" b="1">
                <a:solidFill>
                  <a:srgbClr val="FF8A35"/>
                </a:solidFill>
              </a:defRPr>
            </a:lvl5pPr>
            <a:lvl6pPr algn="l">
              <a:defRPr sz="1875" b="1">
                <a:solidFill>
                  <a:srgbClr val="FF8A35"/>
                </a:solidFill>
              </a:defRPr>
            </a:lvl6pPr>
            <a:lvl7pPr algn="l">
              <a:defRPr sz="1875" b="1">
                <a:solidFill>
                  <a:srgbClr val="FF8A35"/>
                </a:solidFill>
              </a:defRPr>
            </a:lvl7pPr>
            <a:lvl8pPr algn="l">
              <a:defRPr sz="1875" b="1">
                <a:solidFill>
                  <a:srgbClr val="FF8A35"/>
                </a:solidFill>
              </a:defRPr>
            </a:lvl8pPr>
            <a:lvl9pPr algn="l">
              <a:defRPr sz="1875" b="1">
                <a:solidFill>
                  <a:srgbClr val="FF8A35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FF8A35"/>
                </a:solidFill>
              </a:defRPr>
            </a:pPr>
            <a:r>
              <a:rPr sz="1875" b="1">
                <a:solidFill>
                  <a:srgbClr val="FF8A35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59DC20-8613-46B9-BFAC-559687F9B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190875"/>
            <a:ext cx="285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5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5AD2BE-E2FB-4EAD-9886-0726E434B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90875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4F7F8"/>
                </a:solidFill>
              </a:defRPr>
            </a:defPPr>
            <a:lvl1pPr algn="l">
              <a:defRPr sz="1875" b="1">
                <a:solidFill>
                  <a:srgbClr val="F4F7F8"/>
                </a:solidFill>
              </a:defRPr>
            </a:lvl1pPr>
            <a:lvl2pPr algn="l">
              <a:defRPr sz="1875" b="1">
                <a:solidFill>
                  <a:srgbClr val="F4F7F8"/>
                </a:solidFill>
              </a:defRPr>
            </a:lvl2pPr>
            <a:lvl3pPr algn="l">
              <a:defRPr sz="1875" b="1">
                <a:solidFill>
                  <a:srgbClr val="F4F7F8"/>
                </a:solidFill>
              </a:defRPr>
            </a:lvl3pPr>
            <a:lvl4pPr algn="l">
              <a:defRPr sz="1875" b="1">
                <a:solidFill>
                  <a:srgbClr val="F4F7F8"/>
                </a:solidFill>
              </a:defRPr>
            </a:lvl4pPr>
            <a:lvl5pPr algn="l">
              <a:defRPr sz="1875" b="1">
                <a:solidFill>
                  <a:srgbClr val="F4F7F8"/>
                </a:solidFill>
              </a:defRPr>
            </a:lvl5pPr>
            <a:lvl6pPr algn="l">
              <a:defRPr sz="1875" b="1">
                <a:solidFill>
                  <a:srgbClr val="F4F7F8"/>
                </a:solidFill>
              </a:defRPr>
            </a:lvl6pPr>
            <a:lvl7pPr algn="l">
              <a:defRPr sz="1875" b="1">
                <a:solidFill>
                  <a:srgbClr val="F4F7F8"/>
                </a:solidFill>
              </a:defRPr>
            </a:lvl7pPr>
            <a:lvl8pPr algn="l">
              <a:defRPr sz="1875" b="1">
                <a:solidFill>
                  <a:srgbClr val="F4F7F8"/>
                </a:solidFill>
              </a:defRPr>
            </a:lvl8pPr>
            <a:lvl9pPr algn="l">
              <a:defRPr sz="1875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F4F7F8"/>
                </a:solidFill>
              </a:defRPr>
            </a:pPr>
            <a:r>
              <a:rPr sz="1875" b="1">
                <a:solidFill>
                  <a:srgbClr val="F4F7F8"/>
                </a:solidFill>
              </a:rPr>
              <a:t>Decide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752BB2-648E-4A57-B256-609FC9131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190875"/>
            <a:ext cx="723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9B6BC"/>
                </a:solidFill>
              </a:defRPr>
            </a:defPPr>
            <a:lvl1pPr algn="l">
              <a:defRPr sz="1350" b="0">
                <a:solidFill>
                  <a:srgbClr val="A9B6BC"/>
                </a:solidFill>
              </a:defRPr>
            </a:lvl1pPr>
            <a:lvl2pPr algn="l">
              <a:defRPr sz="1350" b="0">
                <a:solidFill>
                  <a:srgbClr val="A9B6BC"/>
                </a:solidFill>
              </a:defRPr>
            </a:lvl2pPr>
            <a:lvl3pPr algn="l">
              <a:defRPr sz="1350" b="0">
                <a:solidFill>
                  <a:srgbClr val="A9B6BC"/>
                </a:solidFill>
              </a:defRPr>
            </a:lvl3pPr>
            <a:lvl4pPr algn="l">
              <a:defRPr sz="1350" b="0">
                <a:solidFill>
                  <a:srgbClr val="A9B6BC"/>
                </a:solidFill>
              </a:defRPr>
            </a:lvl4pPr>
            <a:lvl5pPr algn="l">
              <a:defRPr sz="1350" b="0">
                <a:solidFill>
                  <a:srgbClr val="A9B6BC"/>
                </a:solidFill>
              </a:defRPr>
            </a:lvl5pPr>
            <a:lvl6pPr algn="l">
              <a:defRPr sz="1350" b="0">
                <a:solidFill>
                  <a:srgbClr val="A9B6BC"/>
                </a:solidFill>
              </a:defRPr>
            </a:lvl6pPr>
            <a:lvl7pPr algn="l">
              <a:defRPr sz="1350" b="0">
                <a:solidFill>
                  <a:srgbClr val="A9B6BC"/>
                </a:solidFill>
              </a:defRPr>
            </a:lvl7pPr>
            <a:lvl8pPr algn="l">
              <a:defRPr sz="1350" b="0">
                <a:solidFill>
                  <a:srgbClr val="A9B6BC"/>
                </a:solidFill>
              </a:defRPr>
            </a:lvl8pPr>
            <a:lvl9pPr algn="l">
              <a:defRPr sz="135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9B6BC"/>
                </a:solidFill>
              </a:defRPr>
            </a:pPr>
            <a:r>
              <a:rPr sz="1350" b="0">
                <a:solidFill>
                  <a:srgbClr val="A9B6BC"/>
                </a:solidFill>
              </a:rPr>
              <a:t>The Decision workspace compares fixed and Smart Dispatch using matched model evidence.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47E6A2-63CA-4EFD-9E9F-CC1EB713C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24375"/>
            <a:ext cx="647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7DDA8A"/>
                </a:solidFill>
              </a:defRPr>
            </a:defPPr>
            <a:lvl1pPr algn="l">
              <a:defRPr sz="1875" b="1">
                <a:solidFill>
                  <a:srgbClr val="7DDA8A"/>
                </a:solidFill>
              </a:defRPr>
            </a:lvl1pPr>
            <a:lvl2pPr algn="l">
              <a:defRPr sz="1875" b="1">
                <a:solidFill>
                  <a:srgbClr val="7DDA8A"/>
                </a:solidFill>
              </a:defRPr>
            </a:lvl2pPr>
            <a:lvl3pPr algn="l">
              <a:defRPr sz="1875" b="1">
                <a:solidFill>
                  <a:srgbClr val="7DDA8A"/>
                </a:solidFill>
              </a:defRPr>
            </a:lvl3pPr>
            <a:lvl4pPr algn="l">
              <a:defRPr sz="1875" b="1">
                <a:solidFill>
                  <a:srgbClr val="7DDA8A"/>
                </a:solidFill>
              </a:defRPr>
            </a:lvl4pPr>
            <a:lvl5pPr algn="l">
              <a:defRPr sz="1875" b="1">
                <a:solidFill>
                  <a:srgbClr val="7DDA8A"/>
                </a:solidFill>
              </a:defRPr>
            </a:lvl5pPr>
            <a:lvl6pPr algn="l">
              <a:defRPr sz="1875" b="1">
                <a:solidFill>
                  <a:srgbClr val="7DDA8A"/>
                </a:solidFill>
              </a:defRPr>
            </a:lvl6pPr>
            <a:lvl7pPr algn="l">
              <a:defRPr sz="1875" b="1">
                <a:solidFill>
                  <a:srgbClr val="7DDA8A"/>
                </a:solidFill>
              </a:defRPr>
            </a:lvl7pPr>
            <a:lvl8pPr algn="l">
              <a:defRPr sz="1875" b="1">
                <a:solidFill>
                  <a:srgbClr val="7DDA8A"/>
                </a:solidFill>
              </a:defRPr>
            </a:lvl8pPr>
            <a:lvl9pPr algn="l">
              <a:defRPr sz="1875" b="1">
                <a:solidFill>
                  <a:srgbClr val="7DDA8A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7DDA8A"/>
                </a:solidFill>
              </a:defRPr>
            </a:pPr>
            <a:r>
              <a:rPr sz="1875" b="1">
                <a:solidFill>
                  <a:srgbClr val="7DDA8A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330855-D822-47CA-A233-1B002785B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476750"/>
            <a:ext cx="285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DDA8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922B3D-997F-4F4E-B18A-9FC8C8CF9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4767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4F7F8"/>
                </a:solidFill>
              </a:defRPr>
            </a:defPPr>
            <a:lvl1pPr algn="l">
              <a:defRPr sz="1875" b="1">
                <a:solidFill>
                  <a:srgbClr val="F4F7F8"/>
                </a:solidFill>
              </a:defRPr>
            </a:lvl1pPr>
            <a:lvl2pPr algn="l">
              <a:defRPr sz="1875" b="1">
                <a:solidFill>
                  <a:srgbClr val="F4F7F8"/>
                </a:solidFill>
              </a:defRPr>
            </a:lvl2pPr>
            <a:lvl3pPr algn="l">
              <a:defRPr sz="1875" b="1">
                <a:solidFill>
                  <a:srgbClr val="F4F7F8"/>
                </a:solidFill>
              </a:defRPr>
            </a:lvl3pPr>
            <a:lvl4pPr algn="l">
              <a:defRPr sz="1875" b="1">
                <a:solidFill>
                  <a:srgbClr val="F4F7F8"/>
                </a:solidFill>
              </a:defRPr>
            </a:lvl4pPr>
            <a:lvl5pPr algn="l">
              <a:defRPr sz="1875" b="1">
                <a:solidFill>
                  <a:srgbClr val="F4F7F8"/>
                </a:solidFill>
              </a:defRPr>
            </a:lvl5pPr>
            <a:lvl6pPr algn="l">
              <a:defRPr sz="1875" b="1">
                <a:solidFill>
                  <a:srgbClr val="F4F7F8"/>
                </a:solidFill>
              </a:defRPr>
            </a:lvl6pPr>
            <a:lvl7pPr algn="l">
              <a:defRPr sz="1875" b="1">
                <a:solidFill>
                  <a:srgbClr val="F4F7F8"/>
                </a:solidFill>
              </a:defRPr>
            </a:lvl7pPr>
            <a:lvl8pPr algn="l">
              <a:defRPr sz="1875" b="1">
                <a:solidFill>
                  <a:srgbClr val="F4F7F8"/>
                </a:solidFill>
              </a:defRPr>
            </a:lvl8pPr>
            <a:lvl9pPr algn="l">
              <a:defRPr sz="1875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F4F7F8"/>
                </a:solidFill>
              </a:defRPr>
            </a:pPr>
            <a:r>
              <a:rPr sz="1875" b="1">
                <a:solidFill>
                  <a:srgbClr val="F4F7F8"/>
                </a:solidFill>
              </a:rPr>
              <a:t>Act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F800F1-6CAA-4BE2-A018-DAD968FDF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476750"/>
            <a:ext cx="723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9B6BC"/>
                </a:solidFill>
              </a:defRPr>
            </a:defPPr>
            <a:lvl1pPr algn="l">
              <a:defRPr sz="1350" b="0">
                <a:solidFill>
                  <a:srgbClr val="A9B6BC"/>
                </a:solidFill>
              </a:defRPr>
            </a:lvl1pPr>
            <a:lvl2pPr algn="l">
              <a:defRPr sz="1350" b="0">
                <a:solidFill>
                  <a:srgbClr val="A9B6BC"/>
                </a:solidFill>
              </a:defRPr>
            </a:lvl2pPr>
            <a:lvl3pPr algn="l">
              <a:defRPr sz="1350" b="0">
                <a:solidFill>
                  <a:srgbClr val="A9B6BC"/>
                </a:solidFill>
              </a:defRPr>
            </a:lvl3pPr>
            <a:lvl4pPr algn="l">
              <a:defRPr sz="1350" b="0">
                <a:solidFill>
                  <a:srgbClr val="A9B6BC"/>
                </a:solidFill>
              </a:defRPr>
            </a:lvl4pPr>
            <a:lvl5pPr algn="l">
              <a:defRPr sz="1350" b="0">
                <a:solidFill>
                  <a:srgbClr val="A9B6BC"/>
                </a:solidFill>
              </a:defRPr>
            </a:lvl5pPr>
            <a:lvl6pPr algn="l">
              <a:defRPr sz="1350" b="0">
                <a:solidFill>
                  <a:srgbClr val="A9B6BC"/>
                </a:solidFill>
              </a:defRPr>
            </a:lvl6pPr>
            <a:lvl7pPr algn="l">
              <a:defRPr sz="1350" b="0">
                <a:solidFill>
                  <a:srgbClr val="A9B6BC"/>
                </a:solidFill>
              </a:defRPr>
            </a:lvl7pPr>
            <a:lvl8pPr algn="l">
              <a:defRPr sz="1350" b="0">
                <a:solidFill>
                  <a:srgbClr val="A9B6BC"/>
                </a:solidFill>
              </a:defRPr>
            </a:lvl8pPr>
            <a:lvl9pPr algn="l">
              <a:defRPr sz="135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9B6BC"/>
                </a:solidFill>
              </a:defRPr>
            </a:pPr>
            <a:r>
              <a:rPr sz="1350" b="0">
                <a:solidFill>
                  <a:srgbClr val="A9B6BC"/>
                </a:solidFill>
              </a:rPr>
              <a:t>The operator restores the road or crusher, tows a failed truck, or parks surplus fleet.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F5D5A6-D366-4AF6-8534-27EEF05C7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810250"/>
            <a:ext cx="66675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162A32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72B192-3094-48EB-B7B5-8E76B5908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5829300"/>
            <a:ext cx="643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FF8A35"/>
                </a:solidFill>
              </a:defRPr>
            </a:defPPr>
            <a:lvl1pPr algn="ctr">
              <a:defRPr sz="975" b="1">
                <a:solidFill>
                  <a:srgbClr val="FF8A35"/>
                </a:solidFill>
              </a:defRPr>
            </a:lvl1pPr>
            <a:lvl2pPr algn="ctr">
              <a:defRPr sz="975" b="1">
                <a:solidFill>
                  <a:srgbClr val="FF8A35"/>
                </a:solidFill>
              </a:defRPr>
            </a:lvl2pPr>
            <a:lvl3pPr algn="ctr">
              <a:defRPr sz="975" b="1">
                <a:solidFill>
                  <a:srgbClr val="FF8A35"/>
                </a:solidFill>
              </a:defRPr>
            </a:lvl3pPr>
            <a:lvl4pPr algn="ctr">
              <a:defRPr sz="975" b="1">
                <a:solidFill>
                  <a:srgbClr val="FF8A35"/>
                </a:solidFill>
              </a:defRPr>
            </a:lvl4pPr>
            <a:lvl5pPr algn="ctr">
              <a:defRPr sz="975" b="1">
                <a:solidFill>
                  <a:srgbClr val="FF8A35"/>
                </a:solidFill>
              </a:defRPr>
            </a:lvl5pPr>
            <a:lvl6pPr algn="ctr">
              <a:defRPr sz="975" b="1">
                <a:solidFill>
                  <a:srgbClr val="FF8A35"/>
                </a:solidFill>
              </a:defRPr>
            </a:lvl6pPr>
            <a:lvl7pPr algn="ctr">
              <a:defRPr sz="975" b="1">
                <a:solidFill>
                  <a:srgbClr val="FF8A35"/>
                </a:solidFill>
              </a:defRPr>
            </a:lvl7pPr>
            <a:lvl8pPr algn="ctr">
              <a:defRPr sz="975" b="1">
                <a:solidFill>
                  <a:srgbClr val="FF8A35"/>
                </a:solidFill>
              </a:defRPr>
            </a:lvl8pPr>
            <a:lvl9pPr algn="ctr">
              <a:defRPr sz="975" b="1">
                <a:solidFill>
                  <a:srgbClr val="FF8A35"/>
                </a:solidFill>
              </a:defRPr>
            </a:lvl9pPr>
          </a:lstStyle>
          <a:p xmlns:a="http://schemas.openxmlformats.org/drawingml/2006/main">
            <a:pPr algn="ctr">
              <a:defRPr sz="975" b="1">
                <a:solidFill>
                  <a:srgbClr val="FF8A35"/>
                </a:solidFill>
              </a:defRPr>
            </a:pPr>
            <a:r>
              <a:rPr sz="975" b="1">
                <a:solidFill>
                  <a:srgbClr val="FF8A35"/>
                </a:solidFill>
              </a:rPr>
              <a:t>FICTIONAL LAYOUT | SOURCE-CALIBRATED | SYNTHETIC TELEMETRY</a:t>
            </a:r>
          </a:p>
        </p:txBody>
      </p:sp>
    </p:spTree>
    <p:extLst>
      <p:ext uri="{BB962C8B-B14F-4D97-AF65-F5344CB8AC3E}">
        <p14:creationId xmlns:p14="http://schemas.microsoft.com/office/powerpoint/2010/main" val="139485995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1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A64AD06-EF51-45F4-B012-F6BD2A858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593EC0-581C-4F2E-BD37-714A5B26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4F7F8"/>
                </a:solidFill>
              </a:defRPr>
            </a:defPPr>
            <a:lvl1pPr algn="l">
              <a:defRPr sz="2550" b="1">
                <a:solidFill>
                  <a:srgbClr val="F4F7F8"/>
                </a:solidFill>
              </a:defRPr>
            </a:lvl1pPr>
            <a:lvl2pPr algn="l">
              <a:defRPr sz="2550" b="1">
                <a:solidFill>
                  <a:srgbClr val="F4F7F8"/>
                </a:solidFill>
              </a:defRPr>
            </a:lvl2pPr>
            <a:lvl3pPr algn="l">
              <a:defRPr sz="2550" b="1">
                <a:solidFill>
                  <a:srgbClr val="F4F7F8"/>
                </a:solidFill>
              </a:defRPr>
            </a:lvl3pPr>
            <a:lvl4pPr algn="l">
              <a:defRPr sz="2550" b="1">
                <a:solidFill>
                  <a:srgbClr val="F4F7F8"/>
                </a:solidFill>
              </a:defRPr>
            </a:lvl4pPr>
            <a:lvl5pPr algn="l">
              <a:defRPr sz="2550" b="1">
                <a:solidFill>
                  <a:srgbClr val="F4F7F8"/>
                </a:solidFill>
              </a:defRPr>
            </a:lvl5pPr>
            <a:lvl6pPr algn="l">
              <a:defRPr sz="2550" b="1">
                <a:solidFill>
                  <a:srgbClr val="F4F7F8"/>
                </a:solidFill>
              </a:defRPr>
            </a:lvl6pPr>
            <a:lvl7pPr algn="l">
              <a:defRPr sz="2550" b="1">
                <a:solidFill>
                  <a:srgbClr val="F4F7F8"/>
                </a:solidFill>
              </a:defRPr>
            </a:lvl7pPr>
            <a:lvl8pPr algn="l">
              <a:defRPr sz="2550" b="1">
                <a:solidFill>
                  <a:srgbClr val="F4F7F8"/>
                </a:solidFill>
              </a:defRPr>
            </a:lvl8pPr>
            <a:lvl9pPr algn="l">
              <a:defRPr sz="2550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4F7F8"/>
                </a:solidFill>
              </a:defRPr>
            </a:pPr>
            <a:r>
              <a:rPr sz="2550" b="1">
                <a:solidFill>
                  <a:srgbClr val="F4F7F8"/>
                </a:solidFill>
              </a:rPr>
              <a:t>OpenEgiz is the source of displayed state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48CE82-03DC-4B9C-BFB2-5F3054218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572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050" b="1">
                <a:solidFill>
                  <a:srgbClr val="A9B6BC"/>
                </a:solidFill>
              </a:defRPr>
            </a:defPPr>
            <a:lvl1pPr algn="r">
              <a:defRPr sz="1050" b="1">
                <a:solidFill>
                  <a:srgbClr val="A9B6BC"/>
                </a:solidFill>
              </a:defRPr>
            </a:lvl1pPr>
            <a:lvl2pPr algn="r">
              <a:defRPr sz="1050" b="1">
                <a:solidFill>
                  <a:srgbClr val="A9B6BC"/>
                </a:solidFill>
              </a:defRPr>
            </a:lvl2pPr>
            <a:lvl3pPr algn="r">
              <a:defRPr sz="1050" b="1">
                <a:solidFill>
                  <a:srgbClr val="A9B6BC"/>
                </a:solidFill>
              </a:defRPr>
            </a:lvl3pPr>
            <a:lvl4pPr algn="r">
              <a:defRPr sz="1050" b="1">
                <a:solidFill>
                  <a:srgbClr val="A9B6BC"/>
                </a:solidFill>
              </a:defRPr>
            </a:lvl4pPr>
            <a:lvl5pPr algn="r">
              <a:defRPr sz="1050" b="1">
                <a:solidFill>
                  <a:srgbClr val="A9B6BC"/>
                </a:solidFill>
              </a:defRPr>
            </a:lvl5pPr>
            <a:lvl6pPr algn="r">
              <a:defRPr sz="1050" b="1">
                <a:solidFill>
                  <a:srgbClr val="A9B6BC"/>
                </a:solidFill>
              </a:defRPr>
            </a:lvl6pPr>
            <a:lvl7pPr algn="r">
              <a:defRPr sz="1050" b="1">
                <a:solidFill>
                  <a:srgbClr val="A9B6BC"/>
                </a:solidFill>
              </a:defRPr>
            </a:lvl7pPr>
            <a:lvl8pPr algn="r">
              <a:defRPr sz="1050" b="1">
                <a:solidFill>
                  <a:srgbClr val="A9B6BC"/>
                </a:solidFill>
              </a:defRPr>
            </a:lvl8pPr>
            <a:lvl9pPr algn="r">
              <a:defRPr sz="1050" b="1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r">
              <a:defRPr sz="1050" b="1">
                <a:solidFill>
                  <a:srgbClr val="A9B6BC"/>
                </a:solidFill>
              </a:defRPr>
            </a:pPr>
            <a:r>
              <a:rPr sz="1050" b="1">
                <a:solidFill>
                  <a:srgbClr val="A9B6BC"/>
                </a:solidFill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5ACCF0-0A23-4B70-A982-8AA6D2F15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A9B6BC"/>
                </a:solidFill>
              </a:defRPr>
            </a:defPPr>
            <a:lvl1pPr algn="l">
              <a:defRPr sz="1500" b="0">
                <a:solidFill>
                  <a:srgbClr val="A9B6BC"/>
                </a:solidFill>
              </a:defRPr>
            </a:lvl1pPr>
            <a:lvl2pPr algn="l">
              <a:defRPr sz="1500" b="0">
                <a:solidFill>
                  <a:srgbClr val="A9B6BC"/>
                </a:solidFill>
              </a:defRPr>
            </a:lvl2pPr>
            <a:lvl3pPr algn="l">
              <a:defRPr sz="1500" b="0">
                <a:solidFill>
                  <a:srgbClr val="A9B6BC"/>
                </a:solidFill>
              </a:defRPr>
            </a:lvl3pPr>
            <a:lvl4pPr algn="l">
              <a:defRPr sz="1500" b="0">
                <a:solidFill>
                  <a:srgbClr val="A9B6BC"/>
                </a:solidFill>
              </a:defRPr>
            </a:lvl4pPr>
            <a:lvl5pPr algn="l">
              <a:defRPr sz="1500" b="0">
                <a:solidFill>
                  <a:srgbClr val="A9B6BC"/>
                </a:solidFill>
              </a:defRPr>
            </a:lvl5pPr>
            <a:lvl6pPr algn="l">
              <a:defRPr sz="1500" b="0">
                <a:solidFill>
                  <a:srgbClr val="A9B6BC"/>
                </a:solidFill>
              </a:defRPr>
            </a:lvl6pPr>
            <a:lvl7pPr algn="l">
              <a:defRPr sz="1500" b="0">
                <a:solidFill>
                  <a:srgbClr val="A9B6BC"/>
                </a:solidFill>
              </a:defRPr>
            </a:lvl7pPr>
            <a:lvl8pPr algn="l">
              <a:defRPr sz="1500" b="0">
                <a:solidFill>
                  <a:srgbClr val="A9B6BC"/>
                </a:solidFill>
              </a:defRPr>
            </a:lvl8pPr>
            <a:lvl9pPr algn="l">
              <a:defRPr sz="150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A9B6BC"/>
                </a:solidFill>
              </a:defRPr>
            </a:pPr>
            <a:r>
              <a:rPr sz="1500" b="0">
                <a:solidFill>
                  <a:srgbClr val="A9B6BC"/>
                </a:solidFill>
              </a:rPr>
              <a:t>The interface never reads the simulator directly. Every operational value returns through Eclipse Ditto.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84F1FA-DE61-4937-8300-61A414BC1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952625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51052F-D655-447C-AA12-1C8A80B7E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24100"/>
            <a:ext cx="16859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1">
                <a:solidFill>
                  <a:srgbClr val="F4F7F8"/>
                </a:solidFill>
              </a:defRPr>
            </a:defPPr>
            <a:lvl1pPr algn="ctr">
              <a:defRPr sz="1500" b="1">
                <a:solidFill>
                  <a:srgbClr val="F4F7F8"/>
                </a:solidFill>
              </a:defRPr>
            </a:lvl1pPr>
            <a:lvl2pPr algn="ctr">
              <a:defRPr sz="1500" b="1">
                <a:solidFill>
                  <a:srgbClr val="F4F7F8"/>
                </a:solidFill>
              </a:defRPr>
            </a:lvl2pPr>
            <a:lvl3pPr algn="ctr">
              <a:defRPr sz="1500" b="1">
                <a:solidFill>
                  <a:srgbClr val="F4F7F8"/>
                </a:solidFill>
              </a:defRPr>
            </a:lvl3pPr>
            <a:lvl4pPr algn="ctr">
              <a:defRPr sz="1500" b="1">
                <a:solidFill>
                  <a:srgbClr val="F4F7F8"/>
                </a:solidFill>
              </a:defRPr>
            </a:lvl4pPr>
            <a:lvl5pPr algn="ctr">
              <a:defRPr sz="1500" b="1">
                <a:solidFill>
                  <a:srgbClr val="F4F7F8"/>
                </a:solidFill>
              </a:defRPr>
            </a:lvl5pPr>
            <a:lvl6pPr algn="ctr">
              <a:defRPr sz="1500" b="1">
                <a:solidFill>
                  <a:srgbClr val="F4F7F8"/>
                </a:solidFill>
              </a:defRPr>
            </a:lvl6pPr>
            <a:lvl7pPr algn="ctr">
              <a:defRPr sz="1500" b="1">
                <a:solidFill>
                  <a:srgbClr val="F4F7F8"/>
                </a:solidFill>
              </a:defRPr>
            </a:lvl7pPr>
            <a:lvl8pPr algn="ctr">
              <a:defRPr sz="1500" b="1">
                <a:solidFill>
                  <a:srgbClr val="F4F7F8"/>
                </a:solidFill>
              </a:defRPr>
            </a:lvl8pPr>
            <a:lvl9pPr algn="ctr">
              <a:defRPr sz="1500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F4F7F8"/>
                </a:solidFill>
              </a:defRPr>
            </a:pPr>
            <a:r>
              <a:rPr sz="1500" b="1">
                <a:solidFill>
                  <a:srgbClr val="F4F7F8"/>
                </a:solidFill>
              </a:rPr>
              <a:t>Python simulation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D150ED-82B4-4B26-AD92-A4549052B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28925"/>
            <a:ext cx="17240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050" b="0">
                <a:solidFill>
                  <a:srgbClr val="A9B6BC"/>
                </a:solidFill>
              </a:defRPr>
            </a:defPPr>
            <a:lvl1pPr algn="ctr">
              <a:defRPr sz="1050" b="0">
                <a:solidFill>
                  <a:srgbClr val="A9B6BC"/>
                </a:solidFill>
              </a:defRPr>
            </a:lvl1pPr>
            <a:lvl2pPr algn="ctr">
              <a:defRPr sz="1050" b="0">
                <a:solidFill>
                  <a:srgbClr val="A9B6BC"/>
                </a:solidFill>
              </a:defRPr>
            </a:lvl2pPr>
            <a:lvl3pPr algn="ctr">
              <a:defRPr sz="1050" b="0">
                <a:solidFill>
                  <a:srgbClr val="A9B6BC"/>
                </a:solidFill>
              </a:defRPr>
            </a:lvl3pPr>
            <a:lvl4pPr algn="ctr">
              <a:defRPr sz="1050" b="0">
                <a:solidFill>
                  <a:srgbClr val="A9B6BC"/>
                </a:solidFill>
              </a:defRPr>
            </a:lvl4pPr>
            <a:lvl5pPr algn="ctr">
              <a:defRPr sz="1050" b="0">
                <a:solidFill>
                  <a:srgbClr val="A9B6BC"/>
                </a:solidFill>
              </a:defRPr>
            </a:lvl5pPr>
            <a:lvl6pPr algn="ctr">
              <a:defRPr sz="1050" b="0">
                <a:solidFill>
                  <a:srgbClr val="A9B6BC"/>
                </a:solidFill>
              </a:defRPr>
            </a:lvl6pPr>
            <a:lvl7pPr algn="ctr">
              <a:defRPr sz="1050" b="0">
                <a:solidFill>
                  <a:srgbClr val="A9B6BC"/>
                </a:solidFill>
              </a:defRPr>
            </a:lvl7pPr>
            <a:lvl8pPr algn="ctr">
              <a:defRPr sz="1050" b="0">
                <a:solidFill>
                  <a:srgbClr val="A9B6BC"/>
                </a:solidFill>
              </a:defRPr>
            </a:lvl8pPr>
            <a:lvl9pPr algn="ctr">
              <a:defRPr sz="105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A9B6BC"/>
                </a:solidFill>
              </a:defRPr>
            </a:pPr>
            <a:r>
              <a:rPr sz="1050" b="0">
                <a:solidFill>
                  <a:srgbClr val="A9B6BC"/>
                </a:solidFill>
              </a:rPr>
              <a:t>Deterministic events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0E58C6-427A-45B9-9274-CB85FB243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095500"/>
            <a:ext cx="14287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8C0A7C-818F-4205-A124-DC2B73D75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324100"/>
            <a:ext cx="1162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1">
                <a:solidFill>
                  <a:srgbClr val="F4F7F8"/>
                </a:solidFill>
              </a:defRPr>
            </a:defPPr>
            <a:lvl1pPr algn="ctr">
              <a:defRPr sz="1500" b="1">
                <a:solidFill>
                  <a:srgbClr val="F4F7F8"/>
                </a:solidFill>
              </a:defRPr>
            </a:lvl1pPr>
            <a:lvl2pPr algn="ctr">
              <a:defRPr sz="1500" b="1">
                <a:solidFill>
                  <a:srgbClr val="F4F7F8"/>
                </a:solidFill>
              </a:defRPr>
            </a:lvl2pPr>
            <a:lvl3pPr algn="ctr">
              <a:defRPr sz="1500" b="1">
                <a:solidFill>
                  <a:srgbClr val="F4F7F8"/>
                </a:solidFill>
              </a:defRPr>
            </a:lvl3pPr>
            <a:lvl4pPr algn="ctr">
              <a:defRPr sz="1500" b="1">
                <a:solidFill>
                  <a:srgbClr val="F4F7F8"/>
                </a:solidFill>
              </a:defRPr>
            </a:lvl4pPr>
            <a:lvl5pPr algn="ctr">
              <a:defRPr sz="1500" b="1">
                <a:solidFill>
                  <a:srgbClr val="F4F7F8"/>
                </a:solidFill>
              </a:defRPr>
            </a:lvl5pPr>
            <a:lvl6pPr algn="ctr">
              <a:defRPr sz="1500" b="1">
                <a:solidFill>
                  <a:srgbClr val="F4F7F8"/>
                </a:solidFill>
              </a:defRPr>
            </a:lvl6pPr>
            <a:lvl7pPr algn="ctr">
              <a:defRPr sz="1500" b="1">
                <a:solidFill>
                  <a:srgbClr val="F4F7F8"/>
                </a:solidFill>
              </a:defRPr>
            </a:lvl7pPr>
            <a:lvl8pPr algn="ctr">
              <a:defRPr sz="1500" b="1">
                <a:solidFill>
                  <a:srgbClr val="F4F7F8"/>
                </a:solidFill>
              </a:defRPr>
            </a:lvl8pPr>
            <a:lvl9pPr algn="ctr">
              <a:defRPr sz="1500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F4F7F8"/>
                </a:solidFill>
              </a:defRPr>
            </a:pPr>
            <a:r>
              <a:rPr sz="1500" b="1">
                <a:solidFill>
                  <a:srgbClr val="F4F7F8"/>
                </a:solidFill>
              </a:rPr>
              <a:t>MQTT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73BEA7-EA45-437E-871D-A77A2FE34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828925"/>
            <a:ext cx="12001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050" b="0">
                <a:solidFill>
                  <a:srgbClr val="A9B6BC"/>
                </a:solidFill>
              </a:defRPr>
            </a:defPPr>
            <a:lvl1pPr algn="ctr">
              <a:defRPr sz="1050" b="0">
                <a:solidFill>
                  <a:srgbClr val="A9B6BC"/>
                </a:solidFill>
              </a:defRPr>
            </a:lvl1pPr>
            <a:lvl2pPr algn="ctr">
              <a:defRPr sz="1050" b="0">
                <a:solidFill>
                  <a:srgbClr val="A9B6BC"/>
                </a:solidFill>
              </a:defRPr>
            </a:lvl2pPr>
            <a:lvl3pPr algn="ctr">
              <a:defRPr sz="1050" b="0">
                <a:solidFill>
                  <a:srgbClr val="A9B6BC"/>
                </a:solidFill>
              </a:defRPr>
            </a:lvl3pPr>
            <a:lvl4pPr algn="ctr">
              <a:defRPr sz="1050" b="0">
                <a:solidFill>
                  <a:srgbClr val="A9B6BC"/>
                </a:solidFill>
              </a:defRPr>
            </a:lvl4pPr>
            <a:lvl5pPr algn="ctr">
              <a:defRPr sz="1050" b="0">
                <a:solidFill>
                  <a:srgbClr val="A9B6BC"/>
                </a:solidFill>
              </a:defRPr>
            </a:lvl5pPr>
            <a:lvl6pPr algn="ctr">
              <a:defRPr sz="1050" b="0">
                <a:solidFill>
                  <a:srgbClr val="A9B6BC"/>
                </a:solidFill>
              </a:defRPr>
            </a:lvl6pPr>
            <a:lvl7pPr algn="ctr">
              <a:defRPr sz="1050" b="0">
                <a:solidFill>
                  <a:srgbClr val="A9B6BC"/>
                </a:solidFill>
              </a:defRPr>
            </a:lvl7pPr>
            <a:lvl8pPr algn="ctr">
              <a:defRPr sz="1050" b="0">
                <a:solidFill>
                  <a:srgbClr val="A9B6BC"/>
                </a:solidFill>
              </a:defRPr>
            </a:lvl8pPr>
            <a:lvl9pPr algn="ctr">
              <a:defRPr sz="105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A9B6BC"/>
                </a:solidFill>
              </a:defRPr>
            </a:pPr>
            <a:r>
              <a:rPr sz="1050" b="0">
                <a:solidFill>
                  <a:srgbClr val="A9B6BC"/>
                </a:solidFill>
              </a:rPr>
              <a:t>Ditto Protocol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CA2D1F-074A-4206-A7B2-138A852C8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95500"/>
            <a:ext cx="20002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2C7D0D-9F5C-4AF3-94F1-FBC9959B3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324100"/>
            <a:ext cx="1733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1">
                <a:solidFill>
                  <a:srgbClr val="F4F7F8"/>
                </a:solidFill>
              </a:defRPr>
            </a:defPPr>
            <a:lvl1pPr algn="ctr">
              <a:defRPr sz="1500" b="1">
                <a:solidFill>
                  <a:srgbClr val="F4F7F8"/>
                </a:solidFill>
              </a:defRPr>
            </a:lvl1pPr>
            <a:lvl2pPr algn="ctr">
              <a:defRPr sz="1500" b="1">
                <a:solidFill>
                  <a:srgbClr val="F4F7F8"/>
                </a:solidFill>
              </a:defRPr>
            </a:lvl2pPr>
            <a:lvl3pPr algn="ctr">
              <a:defRPr sz="1500" b="1">
                <a:solidFill>
                  <a:srgbClr val="F4F7F8"/>
                </a:solidFill>
              </a:defRPr>
            </a:lvl3pPr>
            <a:lvl4pPr algn="ctr">
              <a:defRPr sz="1500" b="1">
                <a:solidFill>
                  <a:srgbClr val="F4F7F8"/>
                </a:solidFill>
              </a:defRPr>
            </a:lvl4pPr>
            <a:lvl5pPr algn="ctr">
              <a:defRPr sz="1500" b="1">
                <a:solidFill>
                  <a:srgbClr val="F4F7F8"/>
                </a:solidFill>
              </a:defRPr>
            </a:lvl5pPr>
            <a:lvl6pPr algn="ctr">
              <a:defRPr sz="1500" b="1">
                <a:solidFill>
                  <a:srgbClr val="F4F7F8"/>
                </a:solidFill>
              </a:defRPr>
            </a:lvl6pPr>
            <a:lvl7pPr algn="ctr">
              <a:defRPr sz="1500" b="1">
                <a:solidFill>
                  <a:srgbClr val="F4F7F8"/>
                </a:solidFill>
              </a:defRPr>
            </a:lvl7pPr>
            <a:lvl8pPr algn="ctr">
              <a:defRPr sz="1500" b="1">
                <a:solidFill>
                  <a:srgbClr val="F4F7F8"/>
                </a:solidFill>
              </a:defRPr>
            </a:lvl8pPr>
            <a:lvl9pPr algn="ctr">
              <a:defRPr sz="1500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F4F7F8"/>
                </a:solidFill>
              </a:defRPr>
            </a:pPr>
            <a:r>
              <a:rPr sz="1500" b="1">
                <a:solidFill>
                  <a:srgbClr val="F4F7F8"/>
                </a:solidFill>
              </a:rPr>
              <a:t>Eclipse Ditto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4DD668-234D-4CEE-B9C9-264A4D9B3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828925"/>
            <a:ext cx="1771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050" b="0">
                <a:solidFill>
                  <a:srgbClr val="A9B6BC"/>
                </a:solidFill>
              </a:defRPr>
            </a:defPPr>
            <a:lvl1pPr algn="ctr">
              <a:defRPr sz="1050" b="0">
                <a:solidFill>
                  <a:srgbClr val="A9B6BC"/>
                </a:solidFill>
              </a:defRPr>
            </a:lvl1pPr>
            <a:lvl2pPr algn="ctr">
              <a:defRPr sz="1050" b="0">
                <a:solidFill>
                  <a:srgbClr val="A9B6BC"/>
                </a:solidFill>
              </a:defRPr>
            </a:lvl2pPr>
            <a:lvl3pPr algn="ctr">
              <a:defRPr sz="1050" b="0">
                <a:solidFill>
                  <a:srgbClr val="A9B6BC"/>
                </a:solidFill>
              </a:defRPr>
            </a:lvl3pPr>
            <a:lvl4pPr algn="ctr">
              <a:defRPr sz="1050" b="0">
                <a:solidFill>
                  <a:srgbClr val="A9B6BC"/>
                </a:solidFill>
              </a:defRPr>
            </a:lvl4pPr>
            <a:lvl5pPr algn="ctr">
              <a:defRPr sz="1050" b="0">
                <a:solidFill>
                  <a:srgbClr val="A9B6BC"/>
                </a:solidFill>
              </a:defRPr>
            </a:lvl5pPr>
            <a:lvl6pPr algn="ctr">
              <a:defRPr sz="1050" b="0">
                <a:solidFill>
                  <a:srgbClr val="A9B6BC"/>
                </a:solidFill>
              </a:defRPr>
            </a:lvl6pPr>
            <a:lvl7pPr algn="ctr">
              <a:defRPr sz="1050" b="0">
                <a:solidFill>
                  <a:srgbClr val="A9B6BC"/>
                </a:solidFill>
              </a:defRPr>
            </a:lvl7pPr>
            <a:lvl8pPr algn="ctr">
              <a:defRPr sz="1050" b="0">
                <a:solidFill>
                  <a:srgbClr val="A9B6BC"/>
                </a:solidFill>
              </a:defRPr>
            </a:lvl8pPr>
            <a:lvl9pPr algn="ctr">
              <a:defRPr sz="105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A9B6BC"/>
                </a:solidFill>
              </a:defRPr>
            </a:pPr>
            <a:r>
              <a:rPr sz="1050" b="0">
                <a:solidFill>
                  <a:srgbClr val="A9B6BC"/>
                </a:solidFill>
              </a:rPr>
              <a:t>11 digital twins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13E1FB-636F-421A-A52A-560FB1595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095500"/>
            <a:ext cx="16192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A3A64F-098B-4770-AC53-17B681EDE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324100"/>
            <a:ext cx="1352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1">
                <a:solidFill>
                  <a:srgbClr val="F4F7F8"/>
                </a:solidFill>
              </a:defRPr>
            </a:defPPr>
            <a:lvl1pPr algn="ctr">
              <a:defRPr sz="1500" b="1">
                <a:solidFill>
                  <a:srgbClr val="F4F7F8"/>
                </a:solidFill>
              </a:defRPr>
            </a:lvl1pPr>
            <a:lvl2pPr algn="ctr">
              <a:defRPr sz="1500" b="1">
                <a:solidFill>
                  <a:srgbClr val="F4F7F8"/>
                </a:solidFill>
              </a:defRPr>
            </a:lvl2pPr>
            <a:lvl3pPr algn="ctr">
              <a:defRPr sz="1500" b="1">
                <a:solidFill>
                  <a:srgbClr val="F4F7F8"/>
                </a:solidFill>
              </a:defRPr>
            </a:lvl3pPr>
            <a:lvl4pPr algn="ctr">
              <a:defRPr sz="1500" b="1">
                <a:solidFill>
                  <a:srgbClr val="F4F7F8"/>
                </a:solidFill>
              </a:defRPr>
            </a:lvl4pPr>
            <a:lvl5pPr algn="ctr">
              <a:defRPr sz="1500" b="1">
                <a:solidFill>
                  <a:srgbClr val="F4F7F8"/>
                </a:solidFill>
              </a:defRPr>
            </a:lvl5pPr>
            <a:lvl6pPr algn="ctr">
              <a:defRPr sz="1500" b="1">
                <a:solidFill>
                  <a:srgbClr val="F4F7F8"/>
                </a:solidFill>
              </a:defRPr>
            </a:lvl6pPr>
            <a:lvl7pPr algn="ctr">
              <a:defRPr sz="1500" b="1">
                <a:solidFill>
                  <a:srgbClr val="F4F7F8"/>
                </a:solidFill>
              </a:defRPr>
            </a:lvl7pPr>
            <a:lvl8pPr algn="ctr">
              <a:defRPr sz="1500" b="1">
                <a:solidFill>
                  <a:srgbClr val="F4F7F8"/>
                </a:solidFill>
              </a:defRPr>
            </a:lvl8pPr>
            <a:lvl9pPr algn="ctr">
              <a:defRPr sz="1500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F4F7F8"/>
                </a:solidFill>
              </a:defRPr>
            </a:pPr>
            <a:r>
              <a:rPr sz="1500" b="1">
                <a:solidFill>
                  <a:srgbClr val="F4F7F8"/>
                </a:solidFill>
              </a:rPr>
              <a:t>Ademix API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8575E6-0C24-4CCB-B265-F38D89643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828925"/>
            <a:ext cx="1390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050" b="0">
                <a:solidFill>
                  <a:srgbClr val="A9B6BC"/>
                </a:solidFill>
              </a:defRPr>
            </a:defPPr>
            <a:lvl1pPr algn="ctr">
              <a:defRPr sz="1050" b="0">
                <a:solidFill>
                  <a:srgbClr val="A9B6BC"/>
                </a:solidFill>
              </a:defRPr>
            </a:lvl1pPr>
            <a:lvl2pPr algn="ctr">
              <a:defRPr sz="1050" b="0">
                <a:solidFill>
                  <a:srgbClr val="A9B6BC"/>
                </a:solidFill>
              </a:defRPr>
            </a:lvl2pPr>
            <a:lvl3pPr algn="ctr">
              <a:defRPr sz="1050" b="0">
                <a:solidFill>
                  <a:srgbClr val="A9B6BC"/>
                </a:solidFill>
              </a:defRPr>
            </a:lvl3pPr>
            <a:lvl4pPr algn="ctr">
              <a:defRPr sz="1050" b="0">
                <a:solidFill>
                  <a:srgbClr val="A9B6BC"/>
                </a:solidFill>
              </a:defRPr>
            </a:lvl4pPr>
            <a:lvl5pPr algn="ctr">
              <a:defRPr sz="1050" b="0">
                <a:solidFill>
                  <a:srgbClr val="A9B6BC"/>
                </a:solidFill>
              </a:defRPr>
            </a:lvl5pPr>
            <a:lvl6pPr algn="ctr">
              <a:defRPr sz="1050" b="0">
                <a:solidFill>
                  <a:srgbClr val="A9B6BC"/>
                </a:solidFill>
              </a:defRPr>
            </a:lvl6pPr>
            <a:lvl7pPr algn="ctr">
              <a:defRPr sz="1050" b="0">
                <a:solidFill>
                  <a:srgbClr val="A9B6BC"/>
                </a:solidFill>
              </a:defRPr>
            </a:lvl7pPr>
            <a:lvl8pPr algn="ctr">
              <a:defRPr sz="1050" b="0">
                <a:solidFill>
                  <a:srgbClr val="A9B6BC"/>
                </a:solidFill>
              </a:defRPr>
            </a:lvl8pPr>
            <a:lvl9pPr algn="ctr">
              <a:defRPr sz="105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A9B6BC"/>
                </a:solidFill>
              </a:defRPr>
            </a:pPr>
            <a:r>
              <a:rPr sz="1050" b="0">
                <a:solidFill>
                  <a:srgbClr val="A9B6BC"/>
                </a:solidFill>
              </a:rPr>
              <a:t>Authenticated reads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EE2B91-F83A-49DB-BB26-D681BB67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095500"/>
            <a:ext cx="23812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A8A08D-685F-437C-B39D-4A296DBAE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324100"/>
            <a:ext cx="2114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1">
                <a:solidFill>
                  <a:srgbClr val="F4F7F8"/>
                </a:solidFill>
              </a:defRPr>
            </a:defPPr>
            <a:lvl1pPr algn="ctr">
              <a:defRPr sz="1500" b="1">
                <a:solidFill>
                  <a:srgbClr val="F4F7F8"/>
                </a:solidFill>
              </a:defRPr>
            </a:lvl1pPr>
            <a:lvl2pPr algn="ctr">
              <a:defRPr sz="1500" b="1">
                <a:solidFill>
                  <a:srgbClr val="F4F7F8"/>
                </a:solidFill>
              </a:defRPr>
            </a:lvl2pPr>
            <a:lvl3pPr algn="ctr">
              <a:defRPr sz="1500" b="1">
                <a:solidFill>
                  <a:srgbClr val="F4F7F8"/>
                </a:solidFill>
              </a:defRPr>
            </a:lvl3pPr>
            <a:lvl4pPr algn="ctr">
              <a:defRPr sz="1500" b="1">
                <a:solidFill>
                  <a:srgbClr val="F4F7F8"/>
                </a:solidFill>
              </a:defRPr>
            </a:lvl4pPr>
            <a:lvl5pPr algn="ctr">
              <a:defRPr sz="1500" b="1">
                <a:solidFill>
                  <a:srgbClr val="F4F7F8"/>
                </a:solidFill>
              </a:defRPr>
            </a:lvl5pPr>
            <a:lvl6pPr algn="ctr">
              <a:defRPr sz="1500" b="1">
                <a:solidFill>
                  <a:srgbClr val="F4F7F8"/>
                </a:solidFill>
              </a:defRPr>
            </a:lvl6pPr>
            <a:lvl7pPr algn="ctr">
              <a:defRPr sz="1500" b="1">
                <a:solidFill>
                  <a:srgbClr val="F4F7F8"/>
                </a:solidFill>
              </a:defRPr>
            </a:lvl7pPr>
            <a:lvl8pPr algn="ctr">
              <a:defRPr sz="1500" b="1">
                <a:solidFill>
                  <a:srgbClr val="F4F7F8"/>
                </a:solidFill>
              </a:defRPr>
            </a:lvl8pPr>
            <a:lvl9pPr algn="ctr">
              <a:defRPr sz="1500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F4F7F8"/>
                </a:solidFill>
              </a:defRPr>
            </a:pPr>
            <a:r>
              <a:rPr sz="1500" b="1">
                <a:solidFill>
                  <a:srgbClr val="F4F7F8"/>
                </a:solidFill>
              </a:rPr>
              <a:t>3D command center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40E956-7C15-4716-BD8D-3D58D7223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828925"/>
            <a:ext cx="2152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050" b="0">
                <a:solidFill>
                  <a:srgbClr val="A9B6BC"/>
                </a:solidFill>
              </a:defRPr>
            </a:defPPr>
            <a:lvl1pPr algn="ctr">
              <a:defRPr sz="1050" b="0">
                <a:solidFill>
                  <a:srgbClr val="A9B6BC"/>
                </a:solidFill>
              </a:defRPr>
            </a:lvl1pPr>
            <a:lvl2pPr algn="ctr">
              <a:defRPr sz="1050" b="0">
                <a:solidFill>
                  <a:srgbClr val="A9B6BC"/>
                </a:solidFill>
              </a:defRPr>
            </a:lvl2pPr>
            <a:lvl3pPr algn="ctr">
              <a:defRPr sz="1050" b="0">
                <a:solidFill>
                  <a:srgbClr val="A9B6BC"/>
                </a:solidFill>
              </a:defRPr>
            </a:lvl3pPr>
            <a:lvl4pPr algn="ctr">
              <a:defRPr sz="1050" b="0">
                <a:solidFill>
                  <a:srgbClr val="A9B6BC"/>
                </a:solidFill>
              </a:defRPr>
            </a:lvl4pPr>
            <a:lvl5pPr algn="ctr">
              <a:defRPr sz="1050" b="0">
                <a:solidFill>
                  <a:srgbClr val="A9B6BC"/>
                </a:solidFill>
              </a:defRPr>
            </a:lvl5pPr>
            <a:lvl6pPr algn="ctr">
              <a:defRPr sz="1050" b="0">
                <a:solidFill>
                  <a:srgbClr val="A9B6BC"/>
                </a:solidFill>
              </a:defRPr>
            </a:lvl6pPr>
            <a:lvl7pPr algn="ctr">
              <a:defRPr sz="1050" b="0">
                <a:solidFill>
                  <a:srgbClr val="A9B6BC"/>
                </a:solidFill>
              </a:defRPr>
            </a:lvl7pPr>
            <a:lvl8pPr algn="ctr">
              <a:defRPr sz="1050" b="0">
                <a:solidFill>
                  <a:srgbClr val="A9B6BC"/>
                </a:solidFill>
              </a:defRPr>
            </a:lvl8pPr>
            <a:lvl9pPr algn="ctr">
              <a:defRPr sz="105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A9B6BC"/>
                </a:solidFill>
              </a:defRPr>
            </a:pPr>
            <a:r>
              <a:rPr sz="1050" b="0">
                <a:solidFill>
                  <a:srgbClr val="A9B6BC"/>
                </a:solidFill>
              </a:rPr>
              <a:t>Returned state only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3665A7-9459-4E1B-BB33-01B305DB1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2771775"/>
            <a:ext cx="2381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8A35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3BA9C9-A546-4BD9-ACF7-05A0C84D8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771775"/>
            <a:ext cx="228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8A35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844DAE-DFC0-414B-9985-95ABD02C9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771775"/>
            <a:ext cx="228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8A35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F81790-DDF1-4F7B-864A-5965B0690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771775"/>
            <a:ext cx="228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8A35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4EEBE1-6A6D-496C-87CA-0AC694A3C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286250"/>
            <a:ext cx="228600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4874D0A-23C6-4DC7-9091-AEF9D7ADA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381500"/>
            <a:ext cx="1943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32D6C5"/>
                </a:solidFill>
              </a:defRPr>
            </a:defPPr>
            <a:lvl1pPr algn="l">
              <a:defRPr sz="2250" b="1">
                <a:solidFill>
                  <a:srgbClr val="32D6C5"/>
                </a:solidFill>
              </a:defRPr>
            </a:lvl1pPr>
            <a:lvl2pPr algn="l">
              <a:defRPr sz="2250" b="1">
                <a:solidFill>
                  <a:srgbClr val="32D6C5"/>
                </a:solidFill>
              </a:defRPr>
            </a:lvl2pPr>
            <a:lvl3pPr algn="l">
              <a:defRPr sz="2250" b="1">
                <a:solidFill>
                  <a:srgbClr val="32D6C5"/>
                </a:solidFill>
              </a:defRPr>
            </a:lvl3pPr>
            <a:lvl4pPr algn="l">
              <a:defRPr sz="2250" b="1">
                <a:solidFill>
                  <a:srgbClr val="32D6C5"/>
                </a:solidFill>
              </a:defRPr>
            </a:lvl4pPr>
            <a:lvl5pPr algn="l">
              <a:defRPr sz="2250" b="1">
                <a:solidFill>
                  <a:srgbClr val="32D6C5"/>
                </a:solidFill>
              </a:defRPr>
            </a:lvl5pPr>
            <a:lvl6pPr algn="l">
              <a:defRPr sz="2250" b="1">
                <a:solidFill>
                  <a:srgbClr val="32D6C5"/>
                </a:solidFill>
              </a:defRPr>
            </a:lvl6pPr>
            <a:lvl7pPr algn="l">
              <a:defRPr sz="2250" b="1">
                <a:solidFill>
                  <a:srgbClr val="32D6C5"/>
                </a:solidFill>
              </a:defRPr>
            </a:lvl7pPr>
            <a:lvl8pPr algn="l">
              <a:defRPr sz="2250" b="1">
                <a:solidFill>
                  <a:srgbClr val="32D6C5"/>
                </a:solidFill>
              </a:defRPr>
            </a:lvl8pPr>
            <a:lvl9pPr algn="l">
              <a:defRPr sz="2250" b="1">
                <a:solidFill>
                  <a:srgbClr val="32D6C5"/>
                </a:solidFill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32D6C5"/>
                </a:solidFill>
              </a:defRPr>
            </a:pPr>
            <a:r>
              <a:rPr sz="2250" b="1">
                <a:solidFill>
                  <a:srgbClr val="32D6C5"/>
                </a:solidFill>
              </a:rPr>
              <a:t>11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3E6096-58FF-4BE2-99FA-7AD592096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848225"/>
            <a:ext cx="1943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A9B6BC"/>
                </a:solidFill>
              </a:defRPr>
            </a:defPPr>
            <a:lvl1pPr algn="l">
              <a:defRPr sz="1050" b="0">
                <a:solidFill>
                  <a:srgbClr val="A9B6BC"/>
                </a:solidFill>
              </a:defRPr>
            </a:lvl1pPr>
            <a:lvl2pPr algn="l">
              <a:defRPr sz="1050" b="0">
                <a:solidFill>
                  <a:srgbClr val="A9B6BC"/>
                </a:solidFill>
              </a:defRPr>
            </a:lvl2pPr>
            <a:lvl3pPr algn="l">
              <a:defRPr sz="1050" b="0">
                <a:solidFill>
                  <a:srgbClr val="A9B6BC"/>
                </a:solidFill>
              </a:defRPr>
            </a:lvl3pPr>
            <a:lvl4pPr algn="l">
              <a:defRPr sz="1050" b="0">
                <a:solidFill>
                  <a:srgbClr val="A9B6BC"/>
                </a:solidFill>
              </a:defRPr>
            </a:lvl4pPr>
            <a:lvl5pPr algn="l">
              <a:defRPr sz="1050" b="0">
                <a:solidFill>
                  <a:srgbClr val="A9B6BC"/>
                </a:solidFill>
              </a:defRPr>
            </a:lvl5pPr>
            <a:lvl6pPr algn="l">
              <a:defRPr sz="1050" b="0">
                <a:solidFill>
                  <a:srgbClr val="A9B6BC"/>
                </a:solidFill>
              </a:defRPr>
            </a:lvl6pPr>
            <a:lvl7pPr algn="l">
              <a:defRPr sz="1050" b="0">
                <a:solidFill>
                  <a:srgbClr val="A9B6BC"/>
                </a:solidFill>
              </a:defRPr>
            </a:lvl7pPr>
            <a:lvl8pPr algn="l">
              <a:defRPr sz="1050" b="0">
                <a:solidFill>
                  <a:srgbClr val="A9B6BC"/>
                </a:solidFill>
              </a:defRPr>
            </a:lvl8pPr>
            <a:lvl9pPr algn="l">
              <a:defRPr sz="105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A9B6BC"/>
                </a:solidFill>
              </a:defRPr>
            </a:pPr>
            <a:r>
              <a:rPr sz="1050" b="0">
                <a:solidFill>
                  <a:srgbClr val="A9B6BC"/>
                </a:solidFill>
              </a:rPr>
              <a:t>Ditto twins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A2E858E-1C61-478F-80F2-E78A7361D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286250"/>
            <a:ext cx="247650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B9DA719-5013-4F28-80FC-FD4967BD9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381500"/>
            <a:ext cx="2133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FF8A35"/>
                </a:solidFill>
              </a:defRPr>
            </a:defPPr>
            <a:lvl1pPr algn="l">
              <a:defRPr sz="2250" b="1">
                <a:solidFill>
                  <a:srgbClr val="FF8A35"/>
                </a:solidFill>
              </a:defRPr>
            </a:lvl1pPr>
            <a:lvl2pPr algn="l">
              <a:defRPr sz="2250" b="1">
                <a:solidFill>
                  <a:srgbClr val="FF8A35"/>
                </a:solidFill>
              </a:defRPr>
            </a:lvl2pPr>
            <a:lvl3pPr algn="l">
              <a:defRPr sz="2250" b="1">
                <a:solidFill>
                  <a:srgbClr val="FF8A35"/>
                </a:solidFill>
              </a:defRPr>
            </a:lvl3pPr>
            <a:lvl4pPr algn="l">
              <a:defRPr sz="2250" b="1">
                <a:solidFill>
                  <a:srgbClr val="FF8A35"/>
                </a:solidFill>
              </a:defRPr>
            </a:lvl4pPr>
            <a:lvl5pPr algn="l">
              <a:defRPr sz="2250" b="1">
                <a:solidFill>
                  <a:srgbClr val="FF8A35"/>
                </a:solidFill>
              </a:defRPr>
            </a:lvl5pPr>
            <a:lvl6pPr algn="l">
              <a:defRPr sz="2250" b="1">
                <a:solidFill>
                  <a:srgbClr val="FF8A35"/>
                </a:solidFill>
              </a:defRPr>
            </a:lvl6pPr>
            <a:lvl7pPr algn="l">
              <a:defRPr sz="2250" b="1">
                <a:solidFill>
                  <a:srgbClr val="FF8A35"/>
                </a:solidFill>
              </a:defRPr>
            </a:lvl7pPr>
            <a:lvl8pPr algn="l">
              <a:defRPr sz="2250" b="1">
                <a:solidFill>
                  <a:srgbClr val="FF8A35"/>
                </a:solidFill>
              </a:defRPr>
            </a:lvl8pPr>
            <a:lvl9pPr algn="l">
              <a:defRPr sz="2250" b="1">
                <a:solidFill>
                  <a:srgbClr val="FF8A35"/>
                </a:solidFill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FF8A35"/>
                </a:solidFill>
              </a:defRPr>
            </a:pPr>
            <a:r>
              <a:rPr sz="2250" b="1">
                <a:solidFill>
                  <a:srgbClr val="FF8A35"/>
                </a:solidFill>
              </a:rPr>
              <a:t>143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DB50920-BEB5-493F-BA11-673D03A97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848225"/>
            <a:ext cx="2133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A9B6BC"/>
                </a:solidFill>
              </a:defRPr>
            </a:defPPr>
            <a:lvl1pPr algn="l">
              <a:defRPr sz="1050" b="0">
                <a:solidFill>
                  <a:srgbClr val="A9B6BC"/>
                </a:solidFill>
              </a:defRPr>
            </a:lvl1pPr>
            <a:lvl2pPr algn="l">
              <a:defRPr sz="1050" b="0">
                <a:solidFill>
                  <a:srgbClr val="A9B6BC"/>
                </a:solidFill>
              </a:defRPr>
            </a:lvl2pPr>
            <a:lvl3pPr algn="l">
              <a:defRPr sz="1050" b="0">
                <a:solidFill>
                  <a:srgbClr val="A9B6BC"/>
                </a:solidFill>
              </a:defRPr>
            </a:lvl3pPr>
            <a:lvl4pPr algn="l">
              <a:defRPr sz="1050" b="0">
                <a:solidFill>
                  <a:srgbClr val="A9B6BC"/>
                </a:solidFill>
              </a:defRPr>
            </a:lvl4pPr>
            <a:lvl5pPr algn="l">
              <a:defRPr sz="1050" b="0">
                <a:solidFill>
                  <a:srgbClr val="A9B6BC"/>
                </a:solidFill>
              </a:defRPr>
            </a:lvl5pPr>
            <a:lvl6pPr algn="l">
              <a:defRPr sz="1050" b="0">
                <a:solidFill>
                  <a:srgbClr val="A9B6BC"/>
                </a:solidFill>
              </a:defRPr>
            </a:lvl6pPr>
            <a:lvl7pPr algn="l">
              <a:defRPr sz="1050" b="0">
                <a:solidFill>
                  <a:srgbClr val="A9B6BC"/>
                </a:solidFill>
              </a:defRPr>
            </a:lvl7pPr>
            <a:lvl8pPr algn="l">
              <a:defRPr sz="1050" b="0">
                <a:solidFill>
                  <a:srgbClr val="A9B6BC"/>
                </a:solidFill>
              </a:defRPr>
            </a:lvl8pPr>
            <a:lvl9pPr algn="l">
              <a:defRPr sz="105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A9B6BC"/>
                </a:solidFill>
              </a:defRPr>
            </a:pPr>
            <a:r>
              <a:rPr sz="1050" b="0">
                <a:solidFill>
                  <a:srgbClr val="A9B6BC"/>
                </a:solidFill>
              </a:rPr>
              <a:t>required fields and units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7C28AD9-CD8D-4392-BF00-1CE8F4C05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286250"/>
            <a:ext cx="228600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27C9AD7-AA70-4D75-99F5-62B9390A2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381500"/>
            <a:ext cx="1943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7DDA8A"/>
                </a:solidFill>
              </a:defRPr>
            </a:defPPr>
            <a:lvl1pPr algn="l">
              <a:defRPr sz="2250" b="1">
                <a:solidFill>
                  <a:srgbClr val="7DDA8A"/>
                </a:solidFill>
              </a:defRPr>
            </a:lvl1pPr>
            <a:lvl2pPr algn="l">
              <a:defRPr sz="2250" b="1">
                <a:solidFill>
                  <a:srgbClr val="7DDA8A"/>
                </a:solidFill>
              </a:defRPr>
            </a:lvl2pPr>
            <a:lvl3pPr algn="l">
              <a:defRPr sz="2250" b="1">
                <a:solidFill>
                  <a:srgbClr val="7DDA8A"/>
                </a:solidFill>
              </a:defRPr>
            </a:lvl3pPr>
            <a:lvl4pPr algn="l">
              <a:defRPr sz="2250" b="1">
                <a:solidFill>
                  <a:srgbClr val="7DDA8A"/>
                </a:solidFill>
              </a:defRPr>
            </a:lvl4pPr>
            <a:lvl5pPr algn="l">
              <a:defRPr sz="2250" b="1">
                <a:solidFill>
                  <a:srgbClr val="7DDA8A"/>
                </a:solidFill>
              </a:defRPr>
            </a:lvl5pPr>
            <a:lvl6pPr algn="l">
              <a:defRPr sz="2250" b="1">
                <a:solidFill>
                  <a:srgbClr val="7DDA8A"/>
                </a:solidFill>
              </a:defRPr>
            </a:lvl6pPr>
            <a:lvl7pPr algn="l">
              <a:defRPr sz="2250" b="1">
                <a:solidFill>
                  <a:srgbClr val="7DDA8A"/>
                </a:solidFill>
              </a:defRPr>
            </a:lvl7pPr>
            <a:lvl8pPr algn="l">
              <a:defRPr sz="2250" b="1">
                <a:solidFill>
                  <a:srgbClr val="7DDA8A"/>
                </a:solidFill>
              </a:defRPr>
            </a:lvl8pPr>
            <a:lvl9pPr algn="l">
              <a:defRPr sz="2250" b="1">
                <a:solidFill>
                  <a:srgbClr val="7DDA8A"/>
                </a:solidFill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7DDA8A"/>
                </a:solidFill>
              </a:defRPr>
            </a:pPr>
            <a:r>
              <a:rPr sz="2250" b="1">
                <a:solidFill>
                  <a:srgbClr val="7DDA8A"/>
                </a:solidFill>
              </a:rPr>
              <a:t>20x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2EB7B2B-7DED-4F6C-A565-41CD19C37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848225"/>
            <a:ext cx="1943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A9B6BC"/>
                </a:solidFill>
              </a:defRPr>
            </a:defPPr>
            <a:lvl1pPr algn="l">
              <a:defRPr sz="1050" b="0">
                <a:solidFill>
                  <a:srgbClr val="A9B6BC"/>
                </a:solidFill>
              </a:defRPr>
            </a:lvl1pPr>
            <a:lvl2pPr algn="l">
              <a:defRPr sz="1050" b="0">
                <a:solidFill>
                  <a:srgbClr val="A9B6BC"/>
                </a:solidFill>
              </a:defRPr>
            </a:lvl2pPr>
            <a:lvl3pPr algn="l">
              <a:defRPr sz="1050" b="0">
                <a:solidFill>
                  <a:srgbClr val="A9B6BC"/>
                </a:solidFill>
              </a:defRPr>
            </a:lvl3pPr>
            <a:lvl4pPr algn="l">
              <a:defRPr sz="1050" b="0">
                <a:solidFill>
                  <a:srgbClr val="A9B6BC"/>
                </a:solidFill>
              </a:defRPr>
            </a:lvl4pPr>
            <a:lvl5pPr algn="l">
              <a:defRPr sz="1050" b="0">
                <a:solidFill>
                  <a:srgbClr val="A9B6BC"/>
                </a:solidFill>
              </a:defRPr>
            </a:lvl5pPr>
            <a:lvl6pPr algn="l">
              <a:defRPr sz="1050" b="0">
                <a:solidFill>
                  <a:srgbClr val="A9B6BC"/>
                </a:solidFill>
              </a:defRPr>
            </a:lvl6pPr>
            <a:lvl7pPr algn="l">
              <a:defRPr sz="1050" b="0">
                <a:solidFill>
                  <a:srgbClr val="A9B6BC"/>
                </a:solidFill>
              </a:defRPr>
            </a:lvl7pPr>
            <a:lvl8pPr algn="l">
              <a:defRPr sz="1050" b="0">
                <a:solidFill>
                  <a:srgbClr val="A9B6BC"/>
                </a:solidFill>
              </a:defRPr>
            </a:lvl8pPr>
            <a:lvl9pPr algn="l">
              <a:defRPr sz="105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A9B6BC"/>
                </a:solidFill>
              </a:defRPr>
            </a:pPr>
            <a:r>
              <a:rPr sz="1050" b="0">
                <a:solidFill>
                  <a:srgbClr val="A9B6BC"/>
                </a:solidFill>
              </a:rPr>
              <a:t>authoritative simulation clock</a:t>
            </a:r>
          </a:p>
        </p:txBody>
      </p:sp>
    </p:spTree>
    <p:extLst>
      <p:ext uri="{BB962C8B-B14F-4D97-AF65-F5344CB8AC3E}">
        <p14:creationId xmlns:p14="http://schemas.microsoft.com/office/powerpoint/2010/main" val="33762065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1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04D10A-1821-4ADF-8A18-D763A0E45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C9E407-B2C5-43DE-B740-6B832CE80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4F7F8"/>
                </a:solidFill>
              </a:defRPr>
            </a:defPPr>
            <a:lvl1pPr algn="l">
              <a:defRPr sz="2550" b="1">
                <a:solidFill>
                  <a:srgbClr val="F4F7F8"/>
                </a:solidFill>
              </a:defRPr>
            </a:lvl1pPr>
            <a:lvl2pPr algn="l">
              <a:defRPr sz="2550" b="1">
                <a:solidFill>
                  <a:srgbClr val="F4F7F8"/>
                </a:solidFill>
              </a:defRPr>
            </a:lvl2pPr>
            <a:lvl3pPr algn="l">
              <a:defRPr sz="2550" b="1">
                <a:solidFill>
                  <a:srgbClr val="F4F7F8"/>
                </a:solidFill>
              </a:defRPr>
            </a:lvl3pPr>
            <a:lvl4pPr algn="l">
              <a:defRPr sz="2550" b="1">
                <a:solidFill>
                  <a:srgbClr val="F4F7F8"/>
                </a:solidFill>
              </a:defRPr>
            </a:lvl4pPr>
            <a:lvl5pPr algn="l">
              <a:defRPr sz="2550" b="1">
                <a:solidFill>
                  <a:srgbClr val="F4F7F8"/>
                </a:solidFill>
              </a:defRPr>
            </a:lvl5pPr>
            <a:lvl6pPr algn="l">
              <a:defRPr sz="2550" b="1">
                <a:solidFill>
                  <a:srgbClr val="F4F7F8"/>
                </a:solidFill>
              </a:defRPr>
            </a:lvl6pPr>
            <a:lvl7pPr algn="l">
              <a:defRPr sz="2550" b="1">
                <a:solidFill>
                  <a:srgbClr val="F4F7F8"/>
                </a:solidFill>
              </a:defRPr>
            </a:lvl7pPr>
            <a:lvl8pPr algn="l">
              <a:defRPr sz="2550" b="1">
                <a:solidFill>
                  <a:srgbClr val="F4F7F8"/>
                </a:solidFill>
              </a:defRPr>
            </a:lvl8pPr>
            <a:lvl9pPr algn="l">
              <a:defRPr sz="2550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4F7F8"/>
                </a:solidFill>
              </a:defRPr>
            </a:pPr>
            <a:r>
              <a:rPr sz="2550" b="1">
                <a:solidFill>
                  <a:srgbClr val="F4F7F8"/>
                </a:solidFill>
              </a:rPr>
              <a:t>Eleven twins describe one production circuit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7FFDD9-6360-40BB-84B3-B8F68764C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572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050" b="1">
                <a:solidFill>
                  <a:srgbClr val="A9B6BC"/>
                </a:solidFill>
              </a:defRPr>
            </a:defPPr>
            <a:lvl1pPr algn="r">
              <a:defRPr sz="1050" b="1">
                <a:solidFill>
                  <a:srgbClr val="A9B6BC"/>
                </a:solidFill>
              </a:defRPr>
            </a:lvl1pPr>
            <a:lvl2pPr algn="r">
              <a:defRPr sz="1050" b="1">
                <a:solidFill>
                  <a:srgbClr val="A9B6BC"/>
                </a:solidFill>
              </a:defRPr>
            </a:lvl2pPr>
            <a:lvl3pPr algn="r">
              <a:defRPr sz="1050" b="1">
                <a:solidFill>
                  <a:srgbClr val="A9B6BC"/>
                </a:solidFill>
              </a:defRPr>
            </a:lvl3pPr>
            <a:lvl4pPr algn="r">
              <a:defRPr sz="1050" b="1">
                <a:solidFill>
                  <a:srgbClr val="A9B6BC"/>
                </a:solidFill>
              </a:defRPr>
            </a:lvl4pPr>
            <a:lvl5pPr algn="r">
              <a:defRPr sz="1050" b="1">
                <a:solidFill>
                  <a:srgbClr val="A9B6BC"/>
                </a:solidFill>
              </a:defRPr>
            </a:lvl5pPr>
            <a:lvl6pPr algn="r">
              <a:defRPr sz="1050" b="1">
                <a:solidFill>
                  <a:srgbClr val="A9B6BC"/>
                </a:solidFill>
              </a:defRPr>
            </a:lvl6pPr>
            <a:lvl7pPr algn="r">
              <a:defRPr sz="1050" b="1">
                <a:solidFill>
                  <a:srgbClr val="A9B6BC"/>
                </a:solidFill>
              </a:defRPr>
            </a:lvl7pPr>
            <a:lvl8pPr algn="r">
              <a:defRPr sz="1050" b="1">
                <a:solidFill>
                  <a:srgbClr val="A9B6BC"/>
                </a:solidFill>
              </a:defRPr>
            </a:lvl8pPr>
            <a:lvl9pPr algn="r">
              <a:defRPr sz="1050" b="1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r">
              <a:defRPr sz="1050" b="1">
                <a:solidFill>
                  <a:srgbClr val="A9B6BC"/>
                </a:solidFill>
              </a:defRPr>
            </a:pPr>
            <a:r>
              <a:rPr sz="1050" b="1">
                <a:solidFill>
                  <a:srgbClr val="A9B6BC"/>
                </a:solidFill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86BF76-208E-426C-80B2-18274B2E8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A9B6BC"/>
                </a:solidFill>
              </a:defRPr>
            </a:defPPr>
            <a:lvl1pPr algn="l">
              <a:defRPr sz="1500" b="0">
                <a:solidFill>
                  <a:srgbClr val="A9B6BC"/>
                </a:solidFill>
              </a:defRPr>
            </a:lvl1pPr>
            <a:lvl2pPr algn="l">
              <a:defRPr sz="1500" b="0">
                <a:solidFill>
                  <a:srgbClr val="A9B6BC"/>
                </a:solidFill>
              </a:defRPr>
            </a:lvl2pPr>
            <a:lvl3pPr algn="l">
              <a:defRPr sz="1500" b="0">
                <a:solidFill>
                  <a:srgbClr val="A9B6BC"/>
                </a:solidFill>
              </a:defRPr>
            </a:lvl3pPr>
            <a:lvl4pPr algn="l">
              <a:defRPr sz="1500" b="0">
                <a:solidFill>
                  <a:srgbClr val="A9B6BC"/>
                </a:solidFill>
              </a:defRPr>
            </a:lvl4pPr>
            <a:lvl5pPr algn="l">
              <a:defRPr sz="1500" b="0">
                <a:solidFill>
                  <a:srgbClr val="A9B6BC"/>
                </a:solidFill>
              </a:defRPr>
            </a:lvl5pPr>
            <a:lvl6pPr algn="l">
              <a:defRPr sz="1500" b="0">
                <a:solidFill>
                  <a:srgbClr val="A9B6BC"/>
                </a:solidFill>
              </a:defRPr>
            </a:lvl6pPr>
            <a:lvl7pPr algn="l">
              <a:defRPr sz="1500" b="0">
                <a:solidFill>
                  <a:srgbClr val="A9B6BC"/>
                </a:solidFill>
              </a:defRPr>
            </a:lvl7pPr>
            <a:lvl8pPr algn="l">
              <a:defRPr sz="1500" b="0">
                <a:solidFill>
                  <a:srgbClr val="A9B6BC"/>
                </a:solidFill>
              </a:defRPr>
            </a:lvl8pPr>
            <a:lvl9pPr algn="l">
              <a:defRPr sz="150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A9B6BC"/>
                </a:solidFill>
              </a:defRPr>
            </a:pPr>
            <a:r>
              <a:rPr sz="1500" b="0">
                <a:solidFill>
                  <a:srgbClr val="A9B6BC"/>
                </a:solidFill>
              </a:rPr>
              <a:t>Thirty-eight explicit relationships make hierarchy, material flow, movement and control inspectable.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B7E470-9CA2-4B3D-BF77-6B06BEF21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762125"/>
            <a:ext cx="22860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62A32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C440BA-C515-457C-B0A3-62CA43799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933575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 b="1">
                <a:solidFill>
                  <a:srgbClr val="FF8A35"/>
                </a:solidFill>
              </a:defRPr>
            </a:defPPr>
            <a:lvl1pPr algn="ctr">
              <a:defRPr sz="1650" b="1">
                <a:solidFill>
                  <a:srgbClr val="FF8A35"/>
                </a:solidFill>
              </a:defRPr>
            </a:lvl1pPr>
            <a:lvl2pPr algn="ctr">
              <a:defRPr sz="1650" b="1">
                <a:solidFill>
                  <a:srgbClr val="FF8A35"/>
                </a:solidFill>
              </a:defRPr>
            </a:lvl2pPr>
            <a:lvl3pPr algn="ctr">
              <a:defRPr sz="1650" b="1">
                <a:solidFill>
                  <a:srgbClr val="FF8A35"/>
                </a:solidFill>
              </a:defRPr>
            </a:lvl3pPr>
            <a:lvl4pPr algn="ctr">
              <a:defRPr sz="1650" b="1">
                <a:solidFill>
                  <a:srgbClr val="FF8A35"/>
                </a:solidFill>
              </a:defRPr>
            </a:lvl4pPr>
            <a:lvl5pPr algn="ctr">
              <a:defRPr sz="1650" b="1">
                <a:solidFill>
                  <a:srgbClr val="FF8A35"/>
                </a:solidFill>
              </a:defRPr>
            </a:lvl5pPr>
            <a:lvl6pPr algn="ctr">
              <a:defRPr sz="1650" b="1">
                <a:solidFill>
                  <a:srgbClr val="FF8A35"/>
                </a:solidFill>
              </a:defRPr>
            </a:lvl6pPr>
            <a:lvl7pPr algn="ctr">
              <a:defRPr sz="1650" b="1">
                <a:solidFill>
                  <a:srgbClr val="FF8A35"/>
                </a:solidFill>
              </a:defRPr>
            </a:lvl7pPr>
            <a:lvl8pPr algn="ctr">
              <a:defRPr sz="1650" b="1">
                <a:solidFill>
                  <a:srgbClr val="FF8A35"/>
                </a:solidFill>
              </a:defRPr>
            </a:lvl8pPr>
            <a:lvl9pPr algn="ctr">
              <a:defRPr sz="1650" b="1">
                <a:solidFill>
                  <a:srgbClr val="FF8A35"/>
                </a:solidFill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FF8A35"/>
                </a:solidFill>
              </a:defRPr>
            </a:pPr>
            <a:r>
              <a:rPr sz="1650" b="1">
                <a:solidFill>
                  <a:srgbClr val="FF8A35"/>
                </a:solidFill>
              </a:rPr>
              <a:t>Mine aggregate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45A18F-D947-41B8-8A9E-F09FE5DA5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28575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0F2C6B-C963-4F3A-AFF1-F7F89A4D0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48050"/>
            <a:ext cx="2514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1">
                <a:solidFill>
                  <a:srgbClr val="32D6C5"/>
                </a:solidFill>
              </a:defRPr>
            </a:defPPr>
            <a:lvl1pPr algn="ctr">
              <a:defRPr sz="1500" b="1">
                <a:solidFill>
                  <a:srgbClr val="32D6C5"/>
                </a:solidFill>
              </a:defRPr>
            </a:lvl1pPr>
            <a:lvl2pPr algn="ctr">
              <a:defRPr sz="1500" b="1">
                <a:solidFill>
                  <a:srgbClr val="32D6C5"/>
                </a:solidFill>
              </a:defRPr>
            </a:lvl2pPr>
            <a:lvl3pPr algn="ctr">
              <a:defRPr sz="1500" b="1">
                <a:solidFill>
                  <a:srgbClr val="32D6C5"/>
                </a:solidFill>
              </a:defRPr>
            </a:lvl3pPr>
            <a:lvl4pPr algn="ctr">
              <a:defRPr sz="1500" b="1">
                <a:solidFill>
                  <a:srgbClr val="32D6C5"/>
                </a:solidFill>
              </a:defRPr>
            </a:lvl4pPr>
            <a:lvl5pPr algn="ctr">
              <a:defRPr sz="1500" b="1">
                <a:solidFill>
                  <a:srgbClr val="32D6C5"/>
                </a:solidFill>
              </a:defRPr>
            </a:lvl5pPr>
            <a:lvl6pPr algn="ctr">
              <a:defRPr sz="1500" b="1">
                <a:solidFill>
                  <a:srgbClr val="32D6C5"/>
                </a:solidFill>
              </a:defRPr>
            </a:lvl6pPr>
            <a:lvl7pPr algn="ctr">
              <a:defRPr sz="1500" b="1">
                <a:solidFill>
                  <a:srgbClr val="32D6C5"/>
                </a:solidFill>
              </a:defRPr>
            </a:lvl7pPr>
            <a:lvl8pPr algn="ctr">
              <a:defRPr sz="1500" b="1">
                <a:solidFill>
                  <a:srgbClr val="32D6C5"/>
                </a:solidFill>
              </a:defRPr>
            </a:lvl8pPr>
            <a:lvl9pPr algn="ctr">
              <a:defRPr sz="1500" b="1">
                <a:solidFill>
                  <a:srgbClr val="32D6C5"/>
                </a:solidFill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32D6C5"/>
                </a:solidFill>
              </a:defRPr>
            </a:pPr>
            <a:r>
              <a:rPr sz="1500" b="1">
                <a:solidFill>
                  <a:srgbClr val="32D6C5"/>
                </a:solidFill>
              </a:rPr>
              <a:t>Mobile fleet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5C3684-EEDB-4FE3-AB24-412BD93F7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81450"/>
            <a:ext cx="2514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75" b="1">
                <a:solidFill>
                  <a:srgbClr val="F4F7F8"/>
                </a:solidFill>
              </a:defRPr>
            </a:defPPr>
            <a:lvl1pPr algn="ctr">
              <a:defRPr sz="1275" b="1">
                <a:solidFill>
                  <a:srgbClr val="F4F7F8"/>
                </a:solidFill>
              </a:defRPr>
            </a:lvl1pPr>
            <a:lvl2pPr algn="ctr">
              <a:defRPr sz="1275" b="1">
                <a:solidFill>
                  <a:srgbClr val="F4F7F8"/>
                </a:solidFill>
              </a:defRPr>
            </a:lvl2pPr>
            <a:lvl3pPr algn="ctr">
              <a:defRPr sz="1275" b="1">
                <a:solidFill>
                  <a:srgbClr val="F4F7F8"/>
                </a:solidFill>
              </a:defRPr>
            </a:lvl3pPr>
            <a:lvl4pPr algn="ctr">
              <a:defRPr sz="1275" b="1">
                <a:solidFill>
                  <a:srgbClr val="F4F7F8"/>
                </a:solidFill>
              </a:defRPr>
            </a:lvl4pPr>
            <a:lvl5pPr algn="ctr">
              <a:defRPr sz="1275" b="1">
                <a:solidFill>
                  <a:srgbClr val="F4F7F8"/>
                </a:solidFill>
              </a:defRPr>
            </a:lvl5pPr>
            <a:lvl6pPr algn="ctr">
              <a:defRPr sz="1275" b="1">
                <a:solidFill>
                  <a:srgbClr val="F4F7F8"/>
                </a:solidFill>
              </a:defRPr>
            </a:lvl6pPr>
            <a:lvl7pPr algn="ctr">
              <a:defRPr sz="1275" b="1">
                <a:solidFill>
                  <a:srgbClr val="F4F7F8"/>
                </a:solidFill>
              </a:defRPr>
            </a:lvl7pPr>
            <a:lvl8pPr algn="ctr">
              <a:defRPr sz="1275" b="1">
                <a:solidFill>
                  <a:srgbClr val="F4F7F8"/>
                </a:solidFill>
              </a:defRPr>
            </a:lvl8pPr>
            <a:lvl9pPr algn="ctr">
              <a:defRPr sz="1275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F4F7F8"/>
                </a:solidFill>
              </a:defRPr>
            </a:pPr>
            <a:r>
              <a:rPr sz="1275" b="1">
                <a:solidFill>
                  <a:srgbClr val="F4F7F8"/>
                </a:solidFill>
              </a:rPr>
              <a:t>6 haul trucks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287528-BCF8-4716-9EBF-CF5CD798D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571750"/>
            <a:ext cx="4057650" cy="571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2D6C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4781C9-076D-4716-A307-3DBC84228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238500"/>
            <a:ext cx="2381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BDC40F-10B9-4EBE-9D18-AFA7099F5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448050"/>
            <a:ext cx="2038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1">
                <a:solidFill>
                  <a:srgbClr val="7DDA8A"/>
                </a:solidFill>
              </a:defRPr>
            </a:defPPr>
            <a:lvl1pPr algn="ctr">
              <a:defRPr sz="1500" b="1">
                <a:solidFill>
                  <a:srgbClr val="7DDA8A"/>
                </a:solidFill>
              </a:defRPr>
            </a:lvl1pPr>
            <a:lvl2pPr algn="ctr">
              <a:defRPr sz="1500" b="1">
                <a:solidFill>
                  <a:srgbClr val="7DDA8A"/>
                </a:solidFill>
              </a:defRPr>
            </a:lvl2pPr>
            <a:lvl3pPr algn="ctr">
              <a:defRPr sz="1500" b="1">
                <a:solidFill>
                  <a:srgbClr val="7DDA8A"/>
                </a:solidFill>
              </a:defRPr>
            </a:lvl3pPr>
            <a:lvl4pPr algn="ctr">
              <a:defRPr sz="1500" b="1">
                <a:solidFill>
                  <a:srgbClr val="7DDA8A"/>
                </a:solidFill>
              </a:defRPr>
            </a:lvl4pPr>
            <a:lvl5pPr algn="ctr">
              <a:defRPr sz="1500" b="1">
                <a:solidFill>
                  <a:srgbClr val="7DDA8A"/>
                </a:solidFill>
              </a:defRPr>
            </a:lvl5pPr>
            <a:lvl6pPr algn="ctr">
              <a:defRPr sz="1500" b="1">
                <a:solidFill>
                  <a:srgbClr val="7DDA8A"/>
                </a:solidFill>
              </a:defRPr>
            </a:lvl6pPr>
            <a:lvl7pPr algn="ctr">
              <a:defRPr sz="1500" b="1">
                <a:solidFill>
                  <a:srgbClr val="7DDA8A"/>
                </a:solidFill>
              </a:defRPr>
            </a:lvl7pPr>
            <a:lvl8pPr algn="ctr">
              <a:defRPr sz="1500" b="1">
                <a:solidFill>
                  <a:srgbClr val="7DDA8A"/>
                </a:solidFill>
              </a:defRPr>
            </a:lvl8pPr>
            <a:lvl9pPr algn="ctr">
              <a:defRPr sz="1500" b="1">
                <a:solidFill>
                  <a:srgbClr val="7DDA8A"/>
                </a:solidFill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7DDA8A"/>
                </a:solidFill>
              </a:defRPr>
            </a:pPr>
            <a:r>
              <a:rPr sz="1500" b="1">
                <a:solidFill>
                  <a:srgbClr val="7DDA8A"/>
                </a:solidFill>
              </a:rPr>
              <a:t>Loading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7E3F4A-AECF-4998-AE04-372884587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981450"/>
            <a:ext cx="2038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75" b="1">
                <a:solidFill>
                  <a:srgbClr val="F4F7F8"/>
                </a:solidFill>
              </a:defRPr>
            </a:defPPr>
            <a:lvl1pPr algn="ctr">
              <a:defRPr sz="1275" b="1">
                <a:solidFill>
                  <a:srgbClr val="F4F7F8"/>
                </a:solidFill>
              </a:defRPr>
            </a:lvl1pPr>
            <a:lvl2pPr algn="ctr">
              <a:defRPr sz="1275" b="1">
                <a:solidFill>
                  <a:srgbClr val="F4F7F8"/>
                </a:solidFill>
              </a:defRPr>
            </a:lvl2pPr>
            <a:lvl3pPr algn="ctr">
              <a:defRPr sz="1275" b="1">
                <a:solidFill>
                  <a:srgbClr val="F4F7F8"/>
                </a:solidFill>
              </a:defRPr>
            </a:lvl3pPr>
            <a:lvl4pPr algn="ctr">
              <a:defRPr sz="1275" b="1">
                <a:solidFill>
                  <a:srgbClr val="F4F7F8"/>
                </a:solidFill>
              </a:defRPr>
            </a:lvl4pPr>
            <a:lvl5pPr algn="ctr">
              <a:defRPr sz="1275" b="1">
                <a:solidFill>
                  <a:srgbClr val="F4F7F8"/>
                </a:solidFill>
              </a:defRPr>
            </a:lvl5pPr>
            <a:lvl6pPr algn="ctr">
              <a:defRPr sz="1275" b="1">
                <a:solidFill>
                  <a:srgbClr val="F4F7F8"/>
                </a:solidFill>
              </a:defRPr>
            </a:lvl6pPr>
            <a:lvl7pPr algn="ctr">
              <a:defRPr sz="1275" b="1">
                <a:solidFill>
                  <a:srgbClr val="F4F7F8"/>
                </a:solidFill>
              </a:defRPr>
            </a:lvl7pPr>
            <a:lvl8pPr algn="ctr">
              <a:defRPr sz="1275" b="1">
                <a:solidFill>
                  <a:srgbClr val="F4F7F8"/>
                </a:solidFill>
              </a:defRPr>
            </a:lvl8pPr>
            <a:lvl9pPr algn="ctr">
              <a:defRPr sz="1275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F4F7F8"/>
                </a:solidFill>
              </a:defRPr>
            </a:pPr>
            <a:r>
              <a:rPr sz="1275" b="1">
                <a:solidFill>
                  <a:srgbClr val="F4F7F8"/>
                </a:solidFill>
              </a:rPr>
              <a:t>1 excavator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CC40BA-00D4-4BD3-97E8-89F405198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571750"/>
            <a:ext cx="1571625" cy="571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7DDA8A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D4C2DF-094D-4DD5-975E-18E116280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38500"/>
            <a:ext cx="2381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DB3CB9-35A8-4AF8-9BCC-BEE2A1EDB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448050"/>
            <a:ext cx="2038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1">
                <a:solidFill>
                  <a:srgbClr val="FF8A35"/>
                </a:solidFill>
              </a:defRPr>
            </a:defPPr>
            <a:lvl1pPr algn="ctr">
              <a:defRPr sz="1500" b="1">
                <a:solidFill>
                  <a:srgbClr val="FF8A35"/>
                </a:solidFill>
              </a:defRPr>
            </a:lvl1pPr>
            <a:lvl2pPr algn="ctr">
              <a:defRPr sz="1500" b="1">
                <a:solidFill>
                  <a:srgbClr val="FF8A35"/>
                </a:solidFill>
              </a:defRPr>
            </a:lvl2pPr>
            <a:lvl3pPr algn="ctr">
              <a:defRPr sz="1500" b="1">
                <a:solidFill>
                  <a:srgbClr val="FF8A35"/>
                </a:solidFill>
              </a:defRPr>
            </a:lvl3pPr>
            <a:lvl4pPr algn="ctr">
              <a:defRPr sz="1500" b="1">
                <a:solidFill>
                  <a:srgbClr val="FF8A35"/>
                </a:solidFill>
              </a:defRPr>
            </a:lvl4pPr>
            <a:lvl5pPr algn="ctr">
              <a:defRPr sz="1500" b="1">
                <a:solidFill>
                  <a:srgbClr val="FF8A35"/>
                </a:solidFill>
              </a:defRPr>
            </a:lvl5pPr>
            <a:lvl6pPr algn="ctr">
              <a:defRPr sz="1500" b="1">
                <a:solidFill>
                  <a:srgbClr val="FF8A35"/>
                </a:solidFill>
              </a:defRPr>
            </a:lvl6pPr>
            <a:lvl7pPr algn="ctr">
              <a:defRPr sz="1500" b="1">
                <a:solidFill>
                  <a:srgbClr val="FF8A35"/>
                </a:solidFill>
              </a:defRPr>
            </a:lvl7pPr>
            <a:lvl8pPr algn="ctr">
              <a:defRPr sz="1500" b="1">
                <a:solidFill>
                  <a:srgbClr val="FF8A35"/>
                </a:solidFill>
              </a:defRPr>
            </a:lvl8pPr>
            <a:lvl9pPr algn="ctr">
              <a:defRPr sz="1500" b="1">
                <a:solidFill>
                  <a:srgbClr val="FF8A35"/>
                </a:solidFill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FF8A35"/>
                </a:solidFill>
              </a:defRPr>
            </a:pPr>
            <a:r>
              <a:rPr sz="1500" b="1">
                <a:solidFill>
                  <a:srgbClr val="FF8A35"/>
                </a:solidFill>
              </a:rPr>
              <a:t>Infrastructure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101C3F-4E89-4E84-8B31-4E1A2BB0C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981450"/>
            <a:ext cx="2038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75" b="1">
                <a:solidFill>
                  <a:srgbClr val="F4F7F8"/>
                </a:solidFill>
              </a:defRPr>
            </a:defPPr>
            <a:lvl1pPr algn="ctr">
              <a:defRPr sz="1275" b="1">
                <a:solidFill>
                  <a:srgbClr val="F4F7F8"/>
                </a:solidFill>
              </a:defRPr>
            </a:lvl1pPr>
            <a:lvl2pPr algn="ctr">
              <a:defRPr sz="1275" b="1">
                <a:solidFill>
                  <a:srgbClr val="F4F7F8"/>
                </a:solidFill>
              </a:defRPr>
            </a:lvl2pPr>
            <a:lvl3pPr algn="ctr">
              <a:defRPr sz="1275" b="1">
                <a:solidFill>
                  <a:srgbClr val="F4F7F8"/>
                </a:solidFill>
              </a:defRPr>
            </a:lvl3pPr>
            <a:lvl4pPr algn="ctr">
              <a:defRPr sz="1275" b="1">
                <a:solidFill>
                  <a:srgbClr val="F4F7F8"/>
                </a:solidFill>
              </a:defRPr>
            </a:lvl4pPr>
            <a:lvl5pPr algn="ctr">
              <a:defRPr sz="1275" b="1">
                <a:solidFill>
                  <a:srgbClr val="F4F7F8"/>
                </a:solidFill>
              </a:defRPr>
            </a:lvl5pPr>
            <a:lvl6pPr algn="ctr">
              <a:defRPr sz="1275" b="1">
                <a:solidFill>
                  <a:srgbClr val="F4F7F8"/>
                </a:solidFill>
              </a:defRPr>
            </a:lvl6pPr>
            <a:lvl7pPr algn="ctr">
              <a:defRPr sz="1275" b="1">
                <a:solidFill>
                  <a:srgbClr val="F4F7F8"/>
                </a:solidFill>
              </a:defRPr>
            </a:lvl7pPr>
            <a:lvl8pPr algn="ctr">
              <a:defRPr sz="1275" b="1">
                <a:solidFill>
                  <a:srgbClr val="F4F7F8"/>
                </a:solidFill>
              </a:defRPr>
            </a:lvl8pPr>
            <a:lvl9pPr algn="ctr">
              <a:defRPr sz="1275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F4F7F8"/>
                </a:solidFill>
              </a:defRPr>
            </a:pPr>
            <a:r>
              <a:rPr sz="1275" b="1">
                <a:solidFill>
                  <a:srgbClr val="F4F7F8"/>
                </a:solidFill>
              </a:rPr>
              <a:t>1 haul road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8A5895-17A2-46E7-A637-952EE7A8F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571750"/>
            <a:ext cx="1285875" cy="571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8A35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1940F7-A087-45FB-A5EB-87ECD322D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238500"/>
            <a:ext cx="2524125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0A36E4-F447-4E47-AEE8-976D35D63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448050"/>
            <a:ext cx="21812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1">
                <a:solidFill>
                  <a:srgbClr val="FF6B5F"/>
                </a:solidFill>
              </a:defRPr>
            </a:defPPr>
            <a:lvl1pPr algn="ctr">
              <a:defRPr sz="1500" b="1">
                <a:solidFill>
                  <a:srgbClr val="FF6B5F"/>
                </a:solidFill>
              </a:defRPr>
            </a:lvl1pPr>
            <a:lvl2pPr algn="ctr">
              <a:defRPr sz="1500" b="1">
                <a:solidFill>
                  <a:srgbClr val="FF6B5F"/>
                </a:solidFill>
              </a:defRPr>
            </a:lvl2pPr>
            <a:lvl3pPr algn="ctr">
              <a:defRPr sz="1500" b="1">
                <a:solidFill>
                  <a:srgbClr val="FF6B5F"/>
                </a:solidFill>
              </a:defRPr>
            </a:lvl3pPr>
            <a:lvl4pPr algn="ctr">
              <a:defRPr sz="1500" b="1">
                <a:solidFill>
                  <a:srgbClr val="FF6B5F"/>
                </a:solidFill>
              </a:defRPr>
            </a:lvl4pPr>
            <a:lvl5pPr algn="ctr">
              <a:defRPr sz="1500" b="1">
                <a:solidFill>
                  <a:srgbClr val="FF6B5F"/>
                </a:solidFill>
              </a:defRPr>
            </a:lvl5pPr>
            <a:lvl6pPr algn="ctr">
              <a:defRPr sz="1500" b="1">
                <a:solidFill>
                  <a:srgbClr val="FF6B5F"/>
                </a:solidFill>
              </a:defRPr>
            </a:lvl6pPr>
            <a:lvl7pPr algn="ctr">
              <a:defRPr sz="1500" b="1">
                <a:solidFill>
                  <a:srgbClr val="FF6B5F"/>
                </a:solidFill>
              </a:defRPr>
            </a:lvl7pPr>
            <a:lvl8pPr algn="ctr">
              <a:defRPr sz="1500" b="1">
                <a:solidFill>
                  <a:srgbClr val="FF6B5F"/>
                </a:solidFill>
              </a:defRPr>
            </a:lvl8pPr>
            <a:lvl9pPr algn="ctr">
              <a:defRPr sz="1500" b="1">
                <a:solidFill>
                  <a:srgbClr val="FF6B5F"/>
                </a:solidFill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FF6B5F"/>
                </a:solidFill>
              </a:defRPr>
            </a:pPr>
            <a:r>
              <a:rPr sz="1500" b="1">
                <a:solidFill>
                  <a:srgbClr val="FF6B5F"/>
                </a:solidFill>
              </a:rPr>
              <a:t>Processing + control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DDDFDC-315A-42D3-B5FF-79D9474D4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981450"/>
            <a:ext cx="21812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75" b="1">
                <a:solidFill>
                  <a:srgbClr val="F4F7F8"/>
                </a:solidFill>
              </a:defRPr>
            </a:defPPr>
            <a:lvl1pPr algn="ctr">
              <a:defRPr sz="1275" b="1">
                <a:solidFill>
                  <a:srgbClr val="F4F7F8"/>
                </a:solidFill>
              </a:defRPr>
            </a:lvl1pPr>
            <a:lvl2pPr algn="ctr">
              <a:defRPr sz="1275" b="1">
                <a:solidFill>
                  <a:srgbClr val="F4F7F8"/>
                </a:solidFill>
              </a:defRPr>
            </a:lvl2pPr>
            <a:lvl3pPr algn="ctr">
              <a:defRPr sz="1275" b="1">
                <a:solidFill>
                  <a:srgbClr val="F4F7F8"/>
                </a:solidFill>
              </a:defRPr>
            </a:lvl3pPr>
            <a:lvl4pPr algn="ctr">
              <a:defRPr sz="1275" b="1">
                <a:solidFill>
                  <a:srgbClr val="F4F7F8"/>
                </a:solidFill>
              </a:defRPr>
            </a:lvl4pPr>
            <a:lvl5pPr algn="ctr">
              <a:defRPr sz="1275" b="1">
                <a:solidFill>
                  <a:srgbClr val="F4F7F8"/>
                </a:solidFill>
              </a:defRPr>
            </a:lvl5pPr>
            <a:lvl6pPr algn="ctr">
              <a:defRPr sz="1275" b="1">
                <a:solidFill>
                  <a:srgbClr val="F4F7F8"/>
                </a:solidFill>
              </a:defRPr>
            </a:lvl6pPr>
            <a:lvl7pPr algn="ctr">
              <a:defRPr sz="1275" b="1">
                <a:solidFill>
                  <a:srgbClr val="F4F7F8"/>
                </a:solidFill>
              </a:defRPr>
            </a:lvl7pPr>
            <a:lvl8pPr algn="ctr">
              <a:defRPr sz="1275" b="1">
                <a:solidFill>
                  <a:srgbClr val="F4F7F8"/>
                </a:solidFill>
              </a:defRPr>
            </a:lvl8pPr>
            <a:lvl9pPr algn="ctr">
              <a:defRPr sz="1275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F4F7F8"/>
                </a:solidFill>
              </a:defRPr>
            </a:pPr>
            <a:r>
              <a:rPr sz="1275" b="1">
                <a:solidFill>
                  <a:srgbClr val="F4F7F8"/>
                </a:solidFill>
              </a:rPr>
              <a:t>1 crusher + 1 controller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5519BF-8FE9-4F4F-8FED-E62C15D08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571750"/>
            <a:ext cx="4214813" cy="571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6B5F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EF7C38-3E73-41E6-99D5-2719C8F52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476875"/>
            <a:ext cx="1047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75" b="0">
                <a:solidFill>
                  <a:srgbClr val="A9B6BC"/>
                </a:solidFill>
              </a:defRPr>
            </a:defPPr>
            <a:lvl1pPr algn="ctr">
              <a:defRPr sz="1275" b="0">
                <a:solidFill>
                  <a:srgbClr val="A9B6BC"/>
                </a:solidFill>
              </a:defRPr>
            </a:lvl1pPr>
            <a:lvl2pPr algn="ctr">
              <a:defRPr sz="1275" b="0">
                <a:solidFill>
                  <a:srgbClr val="A9B6BC"/>
                </a:solidFill>
              </a:defRPr>
            </a:lvl2pPr>
            <a:lvl3pPr algn="ctr">
              <a:defRPr sz="1275" b="0">
                <a:solidFill>
                  <a:srgbClr val="A9B6BC"/>
                </a:solidFill>
              </a:defRPr>
            </a:lvl3pPr>
            <a:lvl4pPr algn="ctr">
              <a:defRPr sz="1275" b="0">
                <a:solidFill>
                  <a:srgbClr val="A9B6BC"/>
                </a:solidFill>
              </a:defRPr>
            </a:lvl4pPr>
            <a:lvl5pPr algn="ctr">
              <a:defRPr sz="1275" b="0">
                <a:solidFill>
                  <a:srgbClr val="A9B6BC"/>
                </a:solidFill>
              </a:defRPr>
            </a:lvl5pPr>
            <a:lvl6pPr algn="ctr">
              <a:defRPr sz="1275" b="0">
                <a:solidFill>
                  <a:srgbClr val="A9B6BC"/>
                </a:solidFill>
              </a:defRPr>
            </a:lvl6pPr>
            <a:lvl7pPr algn="ctr">
              <a:defRPr sz="1275" b="0">
                <a:solidFill>
                  <a:srgbClr val="A9B6BC"/>
                </a:solidFill>
              </a:defRPr>
            </a:lvl7pPr>
            <a:lvl8pPr algn="ctr">
              <a:defRPr sz="1275" b="0">
                <a:solidFill>
                  <a:srgbClr val="A9B6BC"/>
                </a:solidFill>
              </a:defRPr>
            </a:lvl8pPr>
            <a:lvl9pPr algn="ctr">
              <a:defRPr sz="1275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A9B6BC"/>
                </a:solidFill>
              </a:defRPr>
            </a:pPr>
            <a:r>
              <a:rPr sz="1275" b="0">
                <a:solidFill>
                  <a:srgbClr val="A9B6BC"/>
                </a:solidFill>
              </a:rPr>
              <a:t>Relationships carry model meaning. Support buildings and two waste trucks remain visual context.</a:t>
            </a:r>
          </a:p>
        </p:txBody>
      </p:sp>
    </p:spTree>
    <p:extLst>
      <p:ext uri="{BB962C8B-B14F-4D97-AF65-F5344CB8AC3E}">
        <p14:creationId xmlns:p14="http://schemas.microsoft.com/office/powerpoint/2010/main" val="28982903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1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119451-BB6B-4A1A-AF02-845DDA431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B2221C-5CB3-4C71-8DAE-FD9DECA60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4F7F8"/>
                </a:solidFill>
              </a:defRPr>
            </a:defPPr>
            <a:lvl1pPr algn="l">
              <a:defRPr sz="2550" b="1">
                <a:solidFill>
                  <a:srgbClr val="F4F7F8"/>
                </a:solidFill>
              </a:defRPr>
            </a:lvl1pPr>
            <a:lvl2pPr algn="l">
              <a:defRPr sz="2550" b="1">
                <a:solidFill>
                  <a:srgbClr val="F4F7F8"/>
                </a:solidFill>
              </a:defRPr>
            </a:lvl2pPr>
            <a:lvl3pPr algn="l">
              <a:defRPr sz="2550" b="1">
                <a:solidFill>
                  <a:srgbClr val="F4F7F8"/>
                </a:solidFill>
              </a:defRPr>
            </a:lvl3pPr>
            <a:lvl4pPr algn="l">
              <a:defRPr sz="2550" b="1">
                <a:solidFill>
                  <a:srgbClr val="F4F7F8"/>
                </a:solidFill>
              </a:defRPr>
            </a:lvl4pPr>
            <a:lvl5pPr algn="l">
              <a:defRPr sz="2550" b="1">
                <a:solidFill>
                  <a:srgbClr val="F4F7F8"/>
                </a:solidFill>
              </a:defRPr>
            </a:lvl5pPr>
            <a:lvl6pPr algn="l">
              <a:defRPr sz="2550" b="1">
                <a:solidFill>
                  <a:srgbClr val="F4F7F8"/>
                </a:solidFill>
              </a:defRPr>
            </a:lvl6pPr>
            <a:lvl7pPr algn="l">
              <a:defRPr sz="2550" b="1">
                <a:solidFill>
                  <a:srgbClr val="F4F7F8"/>
                </a:solidFill>
              </a:defRPr>
            </a:lvl7pPr>
            <a:lvl8pPr algn="l">
              <a:defRPr sz="2550" b="1">
                <a:solidFill>
                  <a:srgbClr val="F4F7F8"/>
                </a:solidFill>
              </a:defRPr>
            </a:lvl8pPr>
            <a:lvl9pPr algn="l">
              <a:defRPr sz="2550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4F7F8"/>
                </a:solidFill>
              </a:defRPr>
            </a:pPr>
            <a:r>
              <a:rPr sz="2550" b="1">
                <a:solidFill>
                  <a:srgbClr val="F4F7F8"/>
                </a:solidFill>
              </a:rPr>
              <a:t>The mine view starts with the operating picture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D39843-2367-4068-86DD-8FEEE406E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572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050" b="1">
                <a:solidFill>
                  <a:srgbClr val="A9B6BC"/>
                </a:solidFill>
              </a:defRPr>
            </a:defPPr>
            <a:lvl1pPr algn="r">
              <a:defRPr sz="1050" b="1">
                <a:solidFill>
                  <a:srgbClr val="A9B6BC"/>
                </a:solidFill>
              </a:defRPr>
            </a:lvl1pPr>
            <a:lvl2pPr algn="r">
              <a:defRPr sz="1050" b="1">
                <a:solidFill>
                  <a:srgbClr val="A9B6BC"/>
                </a:solidFill>
              </a:defRPr>
            </a:lvl2pPr>
            <a:lvl3pPr algn="r">
              <a:defRPr sz="1050" b="1">
                <a:solidFill>
                  <a:srgbClr val="A9B6BC"/>
                </a:solidFill>
              </a:defRPr>
            </a:lvl3pPr>
            <a:lvl4pPr algn="r">
              <a:defRPr sz="1050" b="1">
                <a:solidFill>
                  <a:srgbClr val="A9B6BC"/>
                </a:solidFill>
              </a:defRPr>
            </a:lvl4pPr>
            <a:lvl5pPr algn="r">
              <a:defRPr sz="1050" b="1">
                <a:solidFill>
                  <a:srgbClr val="A9B6BC"/>
                </a:solidFill>
              </a:defRPr>
            </a:lvl5pPr>
            <a:lvl6pPr algn="r">
              <a:defRPr sz="1050" b="1">
                <a:solidFill>
                  <a:srgbClr val="A9B6BC"/>
                </a:solidFill>
              </a:defRPr>
            </a:lvl6pPr>
            <a:lvl7pPr algn="r">
              <a:defRPr sz="1050" b="1">
                <a:solidFill>
                  <a:srgbClr val="A9B6BC"/>
                </a:solidFill>
              </a:defRPr>
            </a:lvl7pPr>
            <a:lvl8pPr algn="r">
              <a:defRPr sz="1050" b="1">
                <a:solidFill>
                  <a:srgbClr val="A9B6BC"/>
                </a:solidFill>
              </a:defRPr>
            </a:lvl8pPr>
            <a:lvl9pPr algn="r">
              <a:defRPr sz="1050" b="1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r">
              <a:defRPr sz="1050" b="1">
                <a:solidFill>
                  <a:srgbClr val="A9B6BC"/>
                </a:solidFill>
              </a:defRPr>
            </a:pPr>
            <a:r>
              <a:rPr sz="1050" b="1">
                <a:solidFill>
                  <a:srgbClr val="A9B6BC"/>
                </a:solidFill>
              </a:rPr>
              <a:t>05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83E65E-0F4A-408C-BB21-8AD66CAB345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e69c60c9ef4446"/>
          <a:stretch xmlns:a="http://schemas.openxmlformats.org/drawingml/2006/main"/>
        </p:blipFill>
        <p:spPr>
          <a:xfrm xmlns:a="http://schemas.openxmlformats.org/drawingml/2006/main">
            <a:off x="609600" y="1452563"/>
            <a:ext cx="7620000" cy="4286250"/>
          </a:xfrm>
          <a:prstGeom xmlns:a="http://schemas.openxmlformats.org/drawingml/2006/main" prst="roundRect">
            <a:avLst>
              <a:gd name="adj" fmla="val 2330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2443FE-52B5-4724-954A-17D4F41C4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285875"/>
            <a:ext cx="2714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F4F7F8"/>
                </a:solidFill>
              </a:defRPr>
            </a:defPPr>
            <a:lvl1pPr algn="l">
              <a:defRPr sz="1725" b="1">
                <a:solidFill>
                  <a:srgbClr val="F4F7F8"/>
                </a:solidFill>
              </a:defRPr>
            </a:lvl1pPr>
            <a:lvl2pPr algn="l">
              <a:defRPr sz="1725" b="1">
                <a:solidFill>
                  <a:srgbClr val="F4F7F8"/>
                </a:solidFill>
              </a:defRPr>
            </a:lvl2pPr>
            <a:lvl3pPr algn="l">
              <a:defRPr sz="1725" b="1">
                <a:solidFill>
                  <a:srgbClr val="F4F7F8"/>
                </a:solidFill>
              </a:defRPr>
            </a:lvl3pPr>
            <a:lvl4pPr algn="l">
              <a:defRPr sz="1725" b="1">
                <a:solidFill>
                  <a:srgbClr val="F4F7F8"/>
                </a:solidFill>
              </a:defRPr>
            </a:lvl4pPr>
            <a:lvl5pPr algn="l">
              <a:defRPr sz="1725" b="1">
                <a:solidFill>
                  <a:srgbClr val="F4F7F8"/>
                </a:solidFill>
              </a:defRPr>
            </a:lvl5pPr>
            <a:lvl6pPr algn="l">
              <a:defRPr sz="1725" b="1">
                <a:solidFill>
                  <a:srgbClr val="F4F7F8"/>
                </a:solidFill>
              </a:defRPr>
            </a:lvl6pPr>
            <a:lvl7pPr algn="l">
              <a:defRPr sz="1725" b="1">
                <a:solidFill>
                  <a:srgbClr val="F4F7F8"/>
                </a:solidFill>
              </a:defRPr>
            </a:lvl7pPr>
            <a:lvl8pPr algn="l">
              <a:defRPr sz="1725" b="1">
                <a:solidFill>
                  <a:srgbClr val="F4F7F8"/>
                </a:solidFill>
              </a:defRPr>
            </a:lvl8pPr>
            <a:lvl9pPr algn="l">
              <a:defRPr sz="1725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F4F7F8"/>
                </a:solidFill>
              </a:defRPr>
            </a:pPr>
            <a:r>
              <a:rPr sz="1725" b="1">
                <a:solidFill>
                  <a:srgbClr val="F4F7F8"/>
                </a:solidFill>
              </a:rPr>
              <a:t>Opening priorities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D4A74A-A721-4405-A077-DC9643F49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857375"/>
            <a:ext cx="2524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2D6C5"/>
                </a:solidFill>
              </a:defRPr>
            </a:defPPr>
            <a:lvl1pPr algn="l">
              <a:defRPr sz="1350" b="1">
                <a:solidFill>
                  <a:srgbClr val="32D6C5"/>
                </a:solidFill>
              </a:defRPr>
            </a:lvl1pPr>
            <a:lvl2pPr algn="l">
              <a:defRPr sz="1350" b="1">
                <a:solidFill>
                  <a:srgbClr val="32D6C5"/>
                </a:solidFill>
              </a:defRPr>
            </a:lvl2pPr>
            <a:lvl3pPr algn="l">
              <a:defRPr sz="1350" b="1">
                <a:solidFill>
                  <a:srgbClr val="32D6C5"/>
                </a:solidFill>
              </a:defRPr>
            </a:lvl3pPr>
            <a:lvl4pPr algn="l">
              <a:defRPr sz="1350" b="1">
                <a:solidFill>
                  <a:srgbClr val="32D6C5"/>
                </a:solidFill>
              </a:defRPr>
            </a:lvl4pPr>
            <a:lvl5pPr algn="l">
              <a:defRPr sz="1350" b="1">
                <a:solidFill>
                  <a:srgbClr val="32D6C5"/>
                </a:solidFill>
              </a:defRPr>
            </a:lvl5pPr>
            <a:lvl6pPr algn="l">
              <a:defRPr sz="1350" b="1">
                <a:solidFill>
                  <a:srgbClr val="32D6C5"/>
                </a:solidFill>
              </a:defRPr>
            </a:lvl6pPr>
            <a:lvl7pPr algn="l">
              <a:defRPr sz="1350" b="1">
                <a:solidFill>
                  <a:srgbClr val="32D6C5"/>
                </a:solidFill>
              </a:defRPr>
            </a:lvl7pPr>
            <a:lvl8pPr algn="l">
              <a:defRPr sz="1350" b="1">
                <a:solidFill>
                  <a:srgbClr val="32D6C5"/>
                </a:solidFill>
              </a:defRPr>
            </a:lvl8pPr>
            <a:lvl9pPr algn="l">
              <a:defRPr sz="1350" b="1">
                <a:solidFill>
                  <a:srgbClr val="32D6C5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2D6C5"/>
                </a:solidFill>
              </a:defRPr>
            </a:pPr>
            <a:r>
              <a:rPr sz="1350" b="1">
                <a:solidFill>
                  <a:srgbClr val="32D6C5"/>
                </a:solidFill>
              </a:rPr>
              <a:t>Production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6D3451-8948-4520-B4EF-95FA805FC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162175"/>
            <a:ext cx="25717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0">
                <a:solidFill>
                  <a:srgbClr val="A9B6BC"/>
                </a:solidFill>
              </a:defRPr>
            </a:defPPr>
            <a:lvl1pPr algn="l">
              <a:defRPr sz="1125" b="0">
                <a:solidFill>
                  <a:srgbClr val="A9B6BC"/>
                </a:solidFill>
              </a:defRPr>
            </a:lvl1pPr>
            <a:lvl2pPr algn="l">
              <a:defRPr sz="1125" b="0">
                <a:solidFill>
                  <a:srgbClr val="A9B6BC"/>
                </a:solidFill>
              </a:defRPr>
            </a:lvl2pPr>
            <a:lvl3pPr algn="l">
              <a:defRPr sz="1125" b="0">
                <a:solidFill>
                  <a:srgbClr val="A9B6BC"/>
                </a:solidFill>
              </a:defRPr>
            </a:lvl3pPr>
            <a:lvl4pPr algn="l">
              <a:defRPr sz="1125" b="0">
                <a:solidFill>
                  <a:srgbClr val="A9B6BC"/>
                </a:solidFill>
              </a:defRPr>
            </a:lvl4pPr>
            <a:lvl5pPr algn="l">
              <a:defRPr sz="1125" b="0">
                <a:solidFill>
                  <a:srgbClr val="A9B6BC"/>
                </a:solidFill>
              </a:defRPr>
            </a:lvl5pPr>
            <a:lvl6pPr algn="l">
              <a:defRPr sz="1125" b="0">
                <a:solidFill>
                  <a:srgbClr val="A9B6BC"/>
                </a:solidFill>
              </a:defRPr>
            </a:lvl6pPr>
            <a:lvl7pPr algn="l">
              <a:defRPr sz="1125" b="0">
                <a:solidFill>
                  <a:srgbClr val="A9B6BC"/>
                </a:solidFill>
              </a:defRPr>
            </a:lvl7pPr>
            <a:lvl8pPr algn="l">
              <a:defRPr sz="1125" b="0">
                <a:solidFill>
                  <a:srgbClr val="A9B6BC"/>
                </a:solidFill>
              </a:defRPr>
            </a:lvl8pPr>
            <a:lvl9pPr algn="l">
              <a:defRPr sz="1125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A9B6BC"/>
                </a:solidFill>
              </a:defRPr>
            </a:pPr>
            <a:r>
              <a:rPr sz="1125" b="0">
                <a:solidFill>
                  <a:srgbClr val="A9B6BC"/>
                </a:solidFill>
              </a:rPr>
              <a:t>Observed output and processed tonnes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CE47AF-301F-469E-8814-FA5942778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857500"/>
            <a:ext cx="2524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FF8A35"/>
                </a:solidFill>
              </a:defRPr>
            </a:defPPr>
            <a:lvl1pPr algn="l">
              <a:defRPr sz="1350" b="1">
                <a:solidFill>
                  <a:srgbClr val="FF8A35"/>
                </a:solidFill>
              </a:defRPr>
            </a:lvl1pPr>
            <a:lvl2pPr algn="l">
              <a:defRPr sz="1350" b="1">
                <a:solidFill>
                  <a:srgbClr val="FF8A35"/>
                </a:solidFill>
              </a:defRPr>
            </a:lvl2pPr>
            <a:lvl3pPr algn="l">
              <a:defRPr sz="1350" b="1">
                <a:solidFill>
                  <a:srgbClr val="FF8A35"/>
                </a:solidFill>
              </a:defRPr>
            </a:lvl3pPr>
            <a:lvl4pPr algn="l">
              <a:defRPr sz="1350" b="1">
                <a:solidFill>
                  <a:srgbClr val="FF8A35"/>
                </a:solidFill>
              </a:defRPr>
            </a:lvl4pPr>
            <a:lvl5pPr algn="l">
              <a:defRPr sz="1350" b="1">
                <a:solidFill>
                  <a:srgbClr val="FF8A35"/>
                </a:solidFill>
              </a:defRPr>
            </a:lvl5pPr>
            <a:lvl6pPr algn="l">
              <a:defRPr sz="1350" b="1">
                <a:solidFill>
                  <a:srgbClr val="FF8A35"/>
                </a:solidFill>
              </a:defRPr>
            </a:lvl6pPr>
            <a:lvl7pPr algn="l">
              <a:defRPr sz="1350" b="1">
                <a:solidFill>
                  <a:srgbClr val="FF8A35"/>
                </a:solidFill>
              </a:defRPr>
            </a:lvl7pPr>
            <a:lvl8pPr algn="l">
              <a:defRPr sz="1350" b="1">
                <a:solidFill>
                  <a:srgbClr val="FF8A35"/>
                </a:solidFill>
              </a:defRPr>
            </a:lvl8pPr>
            <a:lvl9pPr algn="l">
              <a:defRPr sz="1350" b="1">
                <a:solidFill>
                  <a:srgbClr val="FF8A35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FF8A35"/>
                </a:solidFill>
              </a:defRPr>
            </a:pPr>
            <a:r>
              <a:rPr sz="1350" b="1">
                <a:solidFill>
                  <a:srgbClr val="FF8A35"/>
                </a:solidFill>
              </a:rPr>
              <a:t>Constraint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5EF394-23DC-4BE1-AB89-FB351F317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162300"/>
            <a:ext cx="25717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0">
                <a:solidFill>
                  <a:srgbClr val="A9B6BC"/>
                </a:solidFill>
              </a:defRPr>
            </a:defPPr>
            <a:lvl1pPr algn="l">
              <a:defRPr sz="1125" b="0">
                <a:solidFill>
                  <a:srgbClr val="A9B6BC"/>
                </a:solidFill>
              </a:defRPr>
            </a:lvl1pPr>
            <a:lvl2pPr algn="l">
              <a:defRPr sz="1125" b="0">
                <a:solidFill>
                  <a:srgbClr val="A9B6BC"/>
                </a:solidFill>
              </a:defRPr>
            </a:lvl2pPr>
            <a:lvl3pPr algn="l">
              <a:defRPr sz="1125" b="0">
                <a:solidFill>
                  <a:srgbClr val="A9B6BC"/>
                </a:solidFill>
              </a:defRPr>
            </a:lvl3pPr>
            <a:lvl4pPr algn="l">
              <a:defRPr sz="1125" b="0">
                <a:solidFill>
                  <a:srgbClr val="A9B6BC"/>
                </a:solidFill>
              </a:defRPr>
            </a:lvl4pPr>
            <a:lvl5pPr algn="l">
              <a:defRPr sz="1125" b="0">
                <a:solidFill>
                  <a:srgbClr val="A9B6BC"/>
                </a:solidFill>
              </a:defRPr>
            </a:lvl5pPr>
            <a:lvl6pPr algn="l">
              <a:defRPr sz="1125" b="0">
                <a:solidFill>
                  <a:srgbClr val="A9B6BC"/>
                </a:solidFill>
              </a:defRPr>
            </a:lvl6pPr>
            <a:lvl7pPr algn="l">
              <a:defRPr sz="1125" b="0">
                <a:solidFill>
                  <a:srgbClr val="A9B6BC"/>
                </a:solidFill>
              </a:defRPr>
            </a:lvl7pPr>
            <a:lvl8pPr algn="l">
              <a:defRPr sz="1125" b="0">
                <a:solidFill>
                  <a:srgbClr val="A9B6BC"/>
                </a:solidFill>
              </a:defRPr>
            </a:lvl8pPr>
            <a:lvl9pPr algn="l">
              <a:defRPr sz="1125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A9B6BC"/>
                </a:solidFill>
              </a:defRPr>
            </a:pPr>
            <a:r>
              <a:rPr sz="1125" b="0">
                <a:solidFill>
                  <a:srgbClr val="A9B6BC"/>
                </a:solidFill>
              </a:rPr>
              <a:t>Current bottleneck and scenario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172695-BF73-4194-99AA-B330D9995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524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7DDA8A"/>
                </a:solidFill>
              </a:defRPr>
            </a:defPPr>
            <a:lvl1pPr algn="l">
              <a:defRPr sz="1350" b="1">
                <a:solidFill>
                  <a:srgbClr val="7DDA8A"/>
                </a:solidFill>
              </a:defRPr>
            </a:lvl1pPr>
            <a:lvl2pPr algn="l">
              <a:defRPr sz="1350" b="1">
                <a:solidFill>
                  <a:srgbClr val="7DDA8A"/>
                </a:solidFill>
              </a:defRPr>
            </a:lvl2pPr>
            <a:lvl3pPr algn="l">
              <a:defRPr sz="1350" b="1">
                <a:solidFill>
                  <a:srgbClr val="7DDA8A"/>
                </a:solidFill>
              </a:defRPr>
            </a:lvl3pPr>
            <a:lvl4pPr algn="l">
              <a:defRPr sz="1350" b="1">
                <a:solidFill>
                  <a:srgbClr val="7DDA8A"/>
                </a:solidFill>
              </a:defRPr>
            </a:lvl4pPr>
            <a:lvl5pPr algn="l">
              <a:defRPr sz="1350" b="1">
                <a:solidFill>
                  <a:srgbClr val="7DDA8A"/>
                </a:solidFill>
              </a:defRPr>
            </a:lvl5pPr>
            <a:lvl6pPr algn="l">
              <a:defRPr sz="1350" b="1">
                <a:solidFill>
                  <a:srgbClr val="7DDA8A"/>
                </a:solidFill>
              </a:defRPr>
            </a:lvl6pPr>
            <a:lvl7pPr algn="l">
              <a:defRPr sz="1350" b="1">
                <a:solidFill>
                  <a:srgbClr val="7DDA8A"/>
                </a:solidFill>
              </a:defRPr>
            </a:lvl7pPr>
            <a:lvl8pPr algn="l">
              <a:defRPr sz="1350" b="1">
                <a:solidFill>
                  <a:srgbClr val="7DDA8A"/>
                </a:solidFill>
              </a:defRPr>
            </a:lvl8pPr>
            <a:lvl9pPr algn="l">
              <a:defRPr sz="1350" b="1">
                <a:solidFill>
                  <a:srgbClr val="7DDA8A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7DDA8A"/>
                </a:solidFill>
              </a:defRPr>
            </a:pPr>
            <a:r>
              <a:rPr sz="1350" b="1">
                <a:solidFill>
                  <a:srgbClr val="7DDA8A"/>
                </a:solidFill>
              </a:rPr>
              <a:t>Fleet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407577-2991-429E-9109-2C2F38ECC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162425"/>
            <a:ext cx="25717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0">
                <a:solidFill>
                  <a:srgbClr val="A9B6BC"/>
                </a:solidFill>
              </a:defRPr>
            </a:defPPr>
            <a:lvl1pPr algn="l">
              <a:defRPr sz="1125" b="0">
                <a:solidFill>
                  <a:srgbClr val="A9B6BC"/>
                </a:solidFill>
              </a:defRPr>
            </a:lvl1pPr>
            <a:lvl2pPr algn="l">
              <a:defRPr sz="1125" b="0">
                <a:solidFill>
                  <a:srgbClr val="A9B6BC"/>
                </a:solidFill>
              </a:defRPr>
            </a:lvl2pPr>
            <a:lvl3pPr algn="l">
              <a:defRPr sz="1125" b="0">
                <a:solidFill>
                  <a:srgbClr val="A9B6BC"/>
                </a:solidFill>
              </a:defRPr>
            </a:lvl3pPr>
            <a:lvl4pPr algn="l">
              <a:defRPr sz="1125" b="0">
                <a:solidFill>
                  <a:srgbClr val="A9B6BC"/>
                </a:solidFill>
              </a:defRPr>
            </a:lvl4pPr>
            <a:lvl5pPr algn="l">
              <a:defRPr sz="1125" b="0">
                <a:solidFill>
                  <a:srgbClr val="A9B6BC"/>
                </a:solidFill>
              </a:defRPr>
            </a:lvl5pPr>
            <a:lvl6pPr algn="l">
              <a:defRPr sz="1125" b="0">
                <a:solidFill>
                  <a:srgbClr val="A9B6BC"/>
                </a:solidFill>
              </a:defRPr>
            </a:lvl6pPr>
            <a:lvl7pPr algn="l">
              <a:defRPr sz="1125" b="0">
                <a:solidFill>
                  <a:srgbClr val="A9B6BC"/>
                </a:solidFill>
              </a:defRPr>
            </a:lvl7pPr>
            <a:lvl8pPr algn="l">
              <a:defRPr sz="1125" b="0">
                <a:solidFill>
                  <a:srgbClr val="A9B6BC"/>
                </a:solidFill>
              </a:defRPr>
            </a:lvl8pPr>
            <a:lvl9pPr algn="l">
              <a:defRPr sz="1125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A9B6BC"/>
                </a:solidFill>
              </a:defRPr>
            </a:pPr>
            <a:r>
              <a:rPr sz="1125" b="0">
                <a:solidFill>
                  <a:srgbClr val="A9B6BC"/>
                </a:solidFill>
              </a:rPr>
              <a:t>Cycling and ready reserve trucks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BF5997-C1EF-4D05-A800-493A5D4CD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857750"/>
            <a:ext cx="2524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FF6B5F"/>
                </a:solidFill>
              </a:defRPr>
            </a:defPPr>
            <a:lvl1pPr algn="l">
              <a:defRPr sz="1350" b="1">
                <a:solidFill>
                  <a:srgbClr val="FF6B5F"/>
                </a:solidFill>
              </a:defRPr>
            </a:lvl1pPr>
            <a:lvl2pPr algn="l">
              <a:defRPr sz="1350" b="1">
                <a:solidFill>
                  <a:srgbClr val="FF6B5F"/>
                </a:solidFill>
              </a:defRPr>
            </a:lvl2pPr>
            <a:lvl3pPr algn="l">
              <a:defRPr sz="1350" b="1">
                <a:solidFill>
                  <a:srgbClr val="FF6B5F"/>
                </a:solidFill>
              </a:defRPr>
            </a:lvl3pPr>
            <a:lvl4pPr algn="l">
              <a:defRPr sz="1350" b="1">
                <a:solidFill>
                  <a:srgbClr val="FF6B5F"/>
                </a:solidFill>
              </a:defRPr>
            </a:lvl4pPr>
            <a:lvl5pPr algn="l">
              <a:defRPr sz="1350" b="1">
                <a:solidFill>
                  <a:srgbClr val="FF6B5F"/>
                </a:solidFill>
              </a:defRPr>
            </a:lvl5pPr>
            <a:lvl6pPr algn="l">
              <a:defRPr sz="1350" b="1">
                <a:solidFill>
                  <a:srgbClr val="FF6B5F"/>
                </a:solidFill>
              </a:defRPr>
            </a:lvl6pPr>
            <a:lvl7pPr algn="l">
              <a:defRPr sz="1350" b="1">
                <a:solidFill>
                  <a:srgbClr val="FF6B5F"/>
                </a:solidFill>
              </a:defRPr>
            </a:lvl7pPr>
            <a:lvl8pPr algn="l">
              <a:defRPr sz="1350" b="1">
                <a:solidFill>
                  <a:srgbClr val="FF6B5F"/>
                </a:solidFill>
              </a:defRPr>
            </a:lvl8pPr>
            <a:lvl9pPr algn="l">
              <a:defRPr sz="1350" b="1">
                <a:solidFill>
                  <a:srgbClr val="FF6B5F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FF6B5F"/>
                </a:solidFill>
              </a:defRPr>
            </a:pPr>
            <a:r>
              <a:rPr sz="1350" b="1">
                <a:solidFill>
                  <a:srgbClr val="FF6B5F"/>
                </a:solidFill>
              </a:rPr>
              <a:t>Queue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6A5DE4-D81F-474C-8109-A0A2986E6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5162550"/>
            <a:ext cx="25717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0">
                <a:solidFill>
                  <a:srgbClr val="A9B6BC"/>
                </a:solidFill>
              </a:defRPr>
            </a:defPPr>
            <a:lvl1pPr algn="l">
              <a:defRPr sz="1125" b="0">
                <a:solidFill>
                  <a:srgbClr val="A9B6BC"/>
                </a:solidFill>
              </a:defRPr>
            </a:lvl1pPr>
            <a:lvl2pPr algn="l">
              <a:defRPr sz="1125" b="0">
                <a:solidFill>
                  <a:srgbClr val="A9B6BC"/>
                </a:solidFill>
              </a:defRPr>
            </a:lvl2pPr>
            <a:lvl3pPr algn="l">
              <a:defRPr sz="1125" b="0">
                <a:solidFill>
                  <a:srgbClr val="A9B6BC"/>
                </a:solidFill>
              </a:defRPr>
            </a:lvl3pPr>
            <a:lvl4pPr algn="l">
              <a:defRPr sz="1125" b="0">
                <a:solidFill>
                  <a:srgbClr val="A9B6BC"/>
                </a:solidFill>
              </a:defRPr>
            </a:lvl4pPr>
            <a:lvl5pPr algn="l">
              <a:defRPr sz="1125" b="0">
                <a:solidFill>
                  <a:srgbClr val="A9B6BC"/>
                </a:solidFill>
              </a:defRPr>
            </a:lvl5pPr>
            <a:lvl6pPr algn="l">
              <a:defRPr sz="1125" b="0">
                <a:solidFill>
                  <a:srgbClr val="A9B6BC"/>
                </a:solidFill>
              </a:defRPr>
            </a:lvl6pPr>
            <a:lvl7pPr algn="l">
              <a:defRPr sz="1125" b="0">
                <a:solidFill>
                  <a:srgbClr val="A9B6BC"/>
                </a:solidFill>
              </a:defRPr>
            </a:lvl7pPr>
            <a:lvl8pPr algn="l">
              <a:defRPr sz="1125" b="0">
                <a:solidFill>
                  <a:srgbClr val="A9B6BC"/>
                </a:solidFill>
              </a:defRPr>
            </a:lvl8pPr>
            <a:lvl9pPr algn="l">
              <a:defRPr sz="1125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A9B6BC"/>
                </a:solidFill>
              </a:defRPr>
            </a:pPr>
            <a:r>
              <a:rPr sz="1125" b="0">
                <a:solidFill>
                  <a:srgbClr val="A9B6BC"/>
                </a:solidFill>
              </a:rPr>
              <a:t>One operator-relevant wait measure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F0FB00-9F7F-4E2D-BED3-588DD578F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5734050"/>
            <a:ext cx="2571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A9B6BC"/>
                </a:solidFill>
              </a:defRPr>
            </a:defPPr>
            <a:lvl1pPr algn="l">
              <a:defRPr sz="1050" b="0">
                <a:solidFill>
                  <a:srgbClr val="A9B6BC"/>
                </a:solidFill>
              </a:defRPr>
            </a:lvl1pPr>
            <a:lvl2pPr algn="l">
              <a:defRPr sz="1050" b="0">
                <a:solidFill>
                  <a:srgbClr val="A9B6BC"/>
                </a:solidFill>
              </a:defRPr>
            </a:lvl2pPr>
            <a:lvl3pPr algn="l">
              <a:defRPr sz="1050" b="0">
                <a:solidFill>
                  <a:srgbClr val="A9B6BC"/>
                </a:solidFill>
              </a:defRPr>
            </a:lvl3pPr>
            <a:lvl4pPr algn="l">
              <a:defRPr sz="1050" b="0">
                <a:solidFill>
                  <a:srgbClr val="A9B6BC"/>
                </a:solidFill>
              </a:defRPr>
            </a:lvl4pPr>
            <a:lvl5pPr algn="l">
              <a:defRPr sz="1050" b="0">
                <a:solidFill>
                  <a:srgbClr val="A9B6BC"/>
                </a:solidFill>
              </a:defRPr>
            </a:lvl5pPr>
            <a:lvl6pPr algn="l">
              <a:defRPr sz="1050" b="0">
                <a:solidFill>
                  <a:srgbClr val="A9B6BC"/>
                </a:solidFill>
              </a:defRPr>
            </a:lvl6pPr>
            <a:lvl7pPr algn="l">
              <a:defRPr sz="1050" b="0">
                <a:solidFill>
                  <a:srgbClr val="A9B6BC"/>
                </a:solidFill>
              </a:defRPr>
            </a:lvl7pPr>
            <a:lvl8pPr algn="l">
              <a:defRPr sz="1050" b="0">
                <a:solidFill>
                  <a:srgbClr val="A9B6BC"/>
                </a:solidFill>
              </a:defRPr>
            </a:lvl8pPr>
            <a:lvl9pPr algn="l">
              <a:defRPr sz="105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A9B6BC"/>
                </a:solidFill>
              </a:defRPr>
            </a:pPr>
            <a:r>
              <a:rPr sz="1050" b="0">
                <a:solidFill>
                  <a:srgbClr val="A9B6BC"/>
                </a:solidFill>
              </a:rPr>
              <a:t>Technical layers stay closed until requested.</a:t>
            </a:r>
          </a:p>
        </p:txBody>
      </p:sp>
    </p:spTree>
    <p:extLst>
      <p:ext uri="{BB962C8B-B14F-4D97-AF65-F5344CB8AC3E}">
        <p14:creationId xmlns:p14="http://schemas.microsoft.com/office/powerpoint/2010/main" val="41172204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1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883F987-69FD-43F3-B84A-22747A4F4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5B4446-9AE6-4F5C-B12F-425537D72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4F7F8"/>
                </a:solidFill>
              </a:defRPr>
            </a:defPPr>
            <a:lvl1pPr algn="l">
              <a:defRPr sz="2550" b="1">
                <a:solidFill>
                  <a:srgbClr val="F4F7F8"/>
                </a:solidFill>
              </a:defRPr>
            </a:lvl1pPr>
            <a:lvl2pPr algn="l">
              <a:defRPr sz="2550" b="1">
                <a:solidFill>
                  <a:srgbClr val="F4F7F8"/>
                </a:solidFill>
              </a:defRPr>
            </a:lvl2pPr>
            <a:lvl3pPr algn="l">
              <a:defRPr sz="2550" b="1">
                <a:solidFill>
                  <a:srgbClr val="F4F7F8"/>
                </a:solidFill>
              </a:defRPr>
            </a:lvl3pPr>
            <a:lvl4pPr algn="l">
              <a:defRPr sz="2550" b="1">
                <a:solidFill>
                  <a:srgbClr val="F4F7F8"/>
                </a:solidFill>
              </a:defRPr>
            </a:lvl4pPr>
            <a:lvl5pPr algn="l">
              <a:defRPr sz="2550" b="1">
                <a:solidFill>
                  <a:srgbClr val="F4F7F8"/>
                </a:solidFill>
              </a:defRPr>
            </a:lvl5pPr>
            <a:lvl6pPr algn="l">
              <a:defRPr sz="2550" b="1">
                <a:solidFill>
                  <a:srgbClr val="F4F7F8"/>
                </a:solidFill>
              </a:defRPr>
            </a:lvl6pPr>
            <a:lvl7pPr algn="l">
              <a:defRPr sz="2550" b="1">
                <a:solidFill>
                  <a:srgbClr val="F4F7F8"/>
                </a:solidFill>
              </a:defRPr>
            </a:lvl7pPr>
            <a:lvl8pPr algn="l">
              <a:defRPr sz="2550" b="1">
                <a:solidFill>
                  <a:srgbClr val="F4F7F8"/>
                </a:solidFill>
              </a:defRPr>
            </a:lvl8pPr>
            <a:lvl9pPr algn="l">
              <a:defRPr sz="2550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4F7F8"/>
                </a:solidFill>
              </a:defRPr>
            </a:pPr>
            <a:r>
              <a:rPr sz="2550" b="1">
                <a:solidFill>
                  <a:srgbClr val="F4F7F8"/>
                </a:solidFill>
              </a:rPr>
              <a:t>Material balance and model assumptions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9CE5D8-32A1-4CF4-9488-84FCA120F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572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050" b="1">
                <a:solidFill>
                  <a:srgbClr val="A9B6BC"/>
                </a:solidFill>
              </a:defRPr>
            </a:defPPr>
            <a:lvl1pPr algn="r">
              <a:defRPr sz="1050" b="1">
                <a:solidFill>
                  <a:srgbClr val="A9B6BC"/>
                </a:solidFill>
              </a:defRPr>
            </a:lvl1pPr>
            <a:lvl2pPr algn="r">
              <a:defRPr sz="1050" b="1">
                <a:solidFill>
                  <a:srgbClr val="A9B6BC"/>
                </a:solidFill>
              </a:defRPr>
            </a:lvl2pPr>
            <a:lvl3pPr algn="r">
              <a:defRPr sz="1050" b="1">
                <a:solidFill>
                  <a:srgbClr val="A9B6BC"/>
                </a:solidFill>
              </a:defRPr>
            </a:lvl3pPr>
            <a:lvl4pPr algn="r">
              <a:defRPr sz="1050" b="1">
                <a:solidFill>
                  <a:srgbClr val="A9B6BC"/>
                </a:solidFill>
              </a:defRPr>
            </a:lvl4pPr>
            <a:lvl5pPr algn="r">
              <a:defRPr sz="1050" b="1">
                <a:solidFill>
                  <a:srgbClr val="A9B6BC"/>
                </a:solidFill>
              </a:defRPr>
            </a:lvl5pPr>
            <a:lvl6pPr algn="r">
              <a:defRPr sz="1050" b="1">
                <a:solidFill>
                  <a:srgbClr val="A9B6BC"/>
                </a:solidFill>
              </a:defRPr>
            </a:lvl6pPr>
            <a:lvl7pPr algn="r">
              <a:defRPr sz="1050" b="1">
                <a:solidFill>
                  <a:srgbClr val="A9B6BC"/>
                </a:solidFill>
              </a:defRPr>
            </a:lvl7pPr>
            <a:lvl8pPr algn="r">
              <a:defRPr sz="1050" b="1">
                <a:solidFill>
                  <a:srgbClr val="A9B6BC"/>
                </a:solidFill>
              </a:defRPr>
            </a:lvl8pPr>
            <a:lvl9pPr algn="r">
              <a:defRPr sz="1050" b="1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r">
              <a:defRPr sz="1050" b="1">
                <a:solidFill>
                  <a:srgbClr val="A9B6BC"/>
                </a:solidFill>
              </a:defRPr>
            </a:pPr>
            <a:r>
              <a:rPr sz="1050" b="1">
                <a:solidFill>
                  <a:srgbClr val="A9B6BC"/>
                </a:solidFill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F16B09-6171-4860-B4E9-C25E52F1B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2333625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C017A6-CEA5-48E9-BB76-9B0C3856F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24000"/>
            <a:ext cx="19907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FF8A35"/>
                </a:solidFill>
              </a:defRPr>
            </a:defPPr>
            <a:lvl1pPr algn="l">
              <a:defRPr sz="2250" b="1">
                <a:solidFill>
                  <a:srgbClr val="FF8A35"/>
                </a:solidFill>
              </a:defRPr>
            </a:lvl1pPr>
            <a:lvl2pPr algn="l">
              <a:defRPr sz="2250" b="1">
                <a:solidFill>
                  <a:srgbClr val="FF8A35"/>
                </a:solidFill>
              </a:defRPr>
            </a:lvl2pPr>
            <a:lvl3pPr algn="l">
              <a:defRPr sz="2250" b="1">
                <a:solidFill>
                  <a:srgbClr val="FF8A35"/>
                </a:solidFill>
              </a:defRPr>
            </a:lvl3pPr>
            <a:lvl4pPr algn="l">
              <a:defRPr sz="2250" b="1">
                <a:solidFill>
                  <a:srgbClr val="FF8A35"/>
                </a:solidFill>
              </a:defRPr>
            </a:lvl4pPr>
            <a:lvl5pPr algn="l">
              <a:defRPr sz="2250" b="1">
                <a:solidFill>
                  <a:srgbClr val="FF8A35"/>
                </a:solidFill>
              </a:defRPr>
            </a:lvl5pPr>
            <a:lvl6pPr algn="l">
              <a:defRPr sz="2250" b="1">
                <a:solidFill>
                  <a:srgbClr val="FF8A35"/>
                </a:solidFill>
              </a:defRPr>
            </a:lvl6pPr>
            <a:lvl7pPr algn="l">
              <a:defRPr sz="2250" b="1">
                <a:solidFill>
                  <a:srgbClr val="FF8A35"/>
                </a:solidFill>
              </a:defRPr>
            </a:lvl7pPr>
            <a:lvl8pPr algn="l">
              <a:defRPr sz="2250" b="1">
                <a:solidFill>
                  <a:srgbClr val="FF8A35"/>
                </a:solidFill>
              </a:defRPr>
            </a:lvl8pPr>
            <a:lvl9pPr algn="l">
              <a:defRPr sz="2250" b="1">
                <a:solidFill>
                  <a:srgbClr val="FF8A35"/>
                </a:solidFill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FF8A35"/>
                </a:solidFill>
              </a:defRPr>
            </a:pPr>
            <a:r>
              <a:rPr sz="2250" b="1">
                <a:solidFill>
                  <a:srgbClr val="FF8A35"/>
                </a:solidFill>
              </a:rPr>
              <a:t>77 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7D1F96-4C09-4B3E-A331-A74A82102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90725"/>
            <a:ext cx="19907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A9B6BC"/>
                </a:solidFill>
              </a:defRPr>
            </a:defPPr>
            <a:lvl1pPr algn="l">
              <a:defRPr sz="1050" b="0">
                <a:solidFill>
                  <a:srgbClr val="A9B6BC"/>
                </a:solidFill>
              </a:defRPr>
            </a:lvl1pPr>
            <a:lvl2pPr algn="l">
              <a:defRPr sz="1050" b="0">
                <a:solidFill>
                  <a:srgbClr val="A9B6BC"/>
                </a:solidFill>
              </a:defRPr>
            </a:lvl2pPr>
            <a:lvl3pPr algn="l">
              <a:defRPr sz="1050" b="0">
                <a:solidFill>
                  <a:srgbClr val="A9B6BC"/>
                </a:solidFill>
              </a:defRPr>
            </a:lvl3pPr>
            <a:lvl4pPr algn="l">
              <a:defRPr sz="1050" b="0">
                <a:solidFill>
                  <a:srgbClr val="A9B6BC"/>
                </a:solidFill>
              </a:defRPr>
            </a:lvl4pPr>
            <a:lvl5pPr algn="l">
              <a:defRPr sz="1050" b="0">
                <a:solidFill>
                  <a:srgbClr val="A9B6BC"/>
                </a:solidFill>
              </a:defRPr>
            </a:lvl5pPr>
            <a:lvl6pPr algn="l">
              <a:defRPr sz="1050" b="0">
                <a:solidFill>
                  <a:srgbClr val="A9B6BC"/>
                </a:solidFill>
              </a:defRPr>
            </a:lvl6pPr>
            <a:lvl7pPr algn="l">
              <a:defRPr sz="1050" b="0">
                <a:solidFill>
                  <a:srgbClr val="A9B6BC"/>
                </a:solidFill>
              </a:defRPr>
            </a:lvl7pPr>
            <a:lvl8pPr algn="l">
              <a:defRPr sz="1050" b="0">
                <a:solidFill>
                  <a:srgbClr val="A9B6BC"/>
                </a:solidFill>
              </a:defRPr>
            </a:lvl8pPr>
            <a:lvl9pPr algn="l">
              <a:defRPr sz="105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A9B6BC"/>
                </a:solidFill>
              </a:defRPr>
            </a:pPr>
            <a:r>
              <a:rPr sz="1050" b="0">
                <a:solidFill>
                  <a:srgbClr val="A9B6BC"/>
                </a:solidFill>
              </a:rPr>
              <a:t>truck payload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A4E50A-F3E9-4B4F-8B10-CCD13E917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428750"/>
            <a:ext cx="2524125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4AC63A-B170-4344-AAF2-BBAE0ABC7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524000"/>
            <a:ext cx="21812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7DDA8A"/>
                </a:solidFill>
              </a:defRPr>
            </a:defPPr>
            <a:lvl1pPr algn="l">
              <a:defRPr sz="2250" b="1">
                <a:solidFill>
                  <a:srgbClr val="7DDA8A"/>
                </a:solidFill>
              </a:defRPr>
            </a:lvl1pPr>
            <a:lvl2pPr algn="l">
              <a:defRPr sz="2250" b="1">
                <a:solidFill>
                  <a:srgbClr val="7DDA8A"/>
                </a:solidFill>
              </a:defRPr>
            </a:lvl2pPr>
            <a:lvl3pPr algn="l">
              <a:defRPr sz="2250" b="1">
                <a:solidFill>
                  <a:srgbClr val="7DDA8A"/>
                </a:solidFill>
              </a:defRPr>
            </a:lvl3pPr>
            <a:lvl4pPr algn="l">
              <a:defRPr sz="2250" b="1">
                <a:solidFill>
                  <a:srgbClr val="7DDA8A"/>
                </a:solidFill>
              </a:defRPr>
            </a:lvl4pPr>
            <a:lvl5pPr algn="l">
              <a:defRPr sz="2250" b="1">
                <a:solidFill>
                  <a:srgbClr val="7DDA8A"/>
                </a:solidFill>
              </a:defRPr>
            </a:lvl5pPr>
            <a:lvl6pPr algn="l">
              <a:defRPr sz="2250" b="1">
                <a:solidFill>
                  <a:srgbClr val="7DDA8A"/>
                </a:solidFill>
              </a:defRPr>
            </a:lvl6pPr>
            <a:lvl7pPr algn="l">
              <a:defRPr sz="2250" b="1">
                <a:solidFill>
                  <a:srgbClr val="7DDA8A"/>
                </a:solidFill>
              </a:defRPr>
            </a:lvl7pPr>
            <a:lvl8pPr algn="l">
              <a:defRPr sz="2250" b="1">
                <a:solidFill>
                  <a:srgbClr val="7DDA8A"/>
                </a:solidFill>
              </a:defRPr>
            </a:lvl8pPr>
            <a:lvl9pPr algn="l">
              <a:defRPr sz="2250" b="1">
                <a:solidFill>
                  <a:srgbClr val="7DDA8A"/>
                </a:solidFill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7DDA8A"/>
                </a:solidFill>
              </a:defRPr>
            </a:pPr>
            <a:r>
              <a:rPr sz="2250" b="1">
                <a:solidFill>
                  <a:srgbClr val="7DDA8A"/>
                </a:solidFill>
              </a:rPr>
              <a:t>770 t/h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F8E64C-842F-4B6A-A9A3-16F6C4AD4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990725"/>
            <a:ext cx="21812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A9B6BC"/>
                </a:solidFill>
              </a:defRPr>
            </a:defPPr>
            <a:lvl1pPr algn="l">
              <a:defRPr sz="1050" b="0">
                <a:solidFill>
                  <a:srgbClr val="A9B6BC"/>
                </a:solidFill>
              </a:defRPr>
            </a:lvl1pPr>
            <a:lvl2pPr algn="l">
              <a:defRPr sz="1050" b="0">
                <a:solidFill>
                  <a:srgbClr val="A9B6BC"/>
                </a:solidFill>
              </a:defRPr>
            </a:lvl2pPr>
            <a:lvl3pPr algn="l">
              <a:defRPr sz="1050" b="0">
                <a:solidFill>
                  <a:srgbClr val="A9B6BC"/>
                </a:solidFill>
              </a:defRPr>
            </a:lvl3pPr>
            <a:lvl4pPr algn="l">
              <a:defRPr sz="1050" b="0">
                <a:solidFill>
                  <a:srgbClr val="A9B6BC"/>
                </a:solidFill>
              </a:defRPr>
            </a:lvl4pPr>
            <a:lvl5pPr algn="l">
              <a:defRPr sz="1050" b="0">
                <a:solidFill>
                  <a:srgbClr val="A9B6BC"/>
                </a:solidFill>
              </a:defRPr>
            </a:lvl5pPr>
            <a:lvl6pPr algn="l">
              <a:defRPr sz="1050" b="0">
                <a:solidFill>
                  <a:srgbClr val="A9B6BC"/>
                </a:solidFill>
              </a:defRPr>
            </a:lvl6pPr>
            <a:lvl7pPr algn="l">
              <a:defRPr sz="1050" b="0">
                <a:solidFill>
                  <a:srgbClr val="A9B6BC"/>
                </a:solidFill>
              </a:defRPr>
            </a:lvl7pPr>
            <a:lvl8pPr algn="l">
              <a:defRPr sz="1050" b="0">
                <a:solidFill>
                  <a:srgbClr val="A9B6BC"/>
                </a:solidFill>
              </a:defRPr>
            </a:lvl8pPr>
            <a:lvl9pPr algn="l">
              <a:defRPr sz="105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A9B6BC"/>
                </a:solidFill>
              </a:defRPr>
            </a:pPr>
            <a:r>
              <a:rPr sz="1050" b="0">
                <a:solidFill>
                  <a:srgbClr val="A9B6BC"/>
                </a:solidFill>
              </a:rPr>
              <a:t>modeled baseline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4D7CFE-652F-445E-AB5C-19D2CE4C0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1428750"/>
            <a:ext cx="2619375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C36FA1-254A-41D0-99D2-D930F86C9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524000"/>
            <a:ext cx="22764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32D6C5"/>
                </a:solidFill>
              </a:defRPr>
            </a:defPPr>
            <a:lvl1pPr algn="l">
              <a:defRPr sz="2250" b="1">
                <a:solidFill>
                  <a:srgbClr val="32D6C5"/>
                </a:solidFill>
              </a:defRPr>
            </a:lvl1pPr>
            <a:lvl2pPr algn="l">
              <a:defRPr sz="2250" b="1">
                <a:solidFill>
                  <a:srgbClr val="32D6C5"/>
                </a:solidFill>
              </a:defRPr>
            </a:lvl2pPr>
            <a:lvl3pPr algn="l">
              <a:defRPr sz="2250" b="1">
                <a:solidFill>
                  <a:srgbClr val="32D6C5"/>
                </a:solidFill>
              </a:defRPr>
            </a:lvl3pPr>
            <a:lvl4pPr algn="l">
              <a:defRPr sz="2250" b="1">
                <a:solidFill>
                  <a:srgbClr val="32D6C5"/>
                </a:solidFill>
              </a:defRPr>
            </a:lvl4pPr>
            <a:lvl5pPr algn="l">
              <a:defRPr sz="2250" b="1">
                <a:solidFill>
                  <a:srgbClr val="32D6C5"/>
                </a:solidFill>
              </a:defRPr>
            </a:lvl5pPr>
            <a:lvl6pPr algn="l">
              <a:defRPr sz="2250" b="1">
                <a:solidFill>
                  <a:srgbClr val="32D6C5"/>
                </a:solidFill>
              </a:defRPr>
            </a:lvl6pPr>
            <a:lvl7pPr algn="l">
              <a:defRPr sz="2250" b="1">
                <a:solidFill>
                  <a:srgbClr val="32D6C5"/>
                </a:solidFill>
              </a:defRPr>
            </a:lvl7pPr>
            <a:lvl8pPr algn="l">
              <a:defRPr sz="2250" b="1">
                <a:solidFill>
                  <a:srgbClr val="32D6C5"/>
                </a:solidFill>
              </a:defRPr>
            </a:lvl8pPr>
            <a:lvl9pPr algn="l">
              <a:defRPr sz="2250" b="1">
                <a:solidFill>
                  <a:srgbClr val="32D6C5"/>
                </a:solidFill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32D6C5"/>
                </a:solidFill>
              </a:defRPr>
            </a:pPr>
            <a:r>
              <a:rPr sz="2250" b="1">
                <a:solidFill>
                  <a:srgbClr val="32D6C5"/>
                </a:solidFill>
              </a:rPr>
              <a:t>3.2 km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36E5A4-3B55-4587-977D-C4533377E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990725"/>
            <a:ext cx="22764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A9B6BC"/>
                </a:solidFill>
              </a:defRPr>
            </a:defPPr>
            <a:lvl1pPr algn="l">
              <a:defRPr sz="1050" b="0">
                <a:solidFill>
                  <a:srgbClr val="A9B6BC"/>
                </a:solidFill>
              </a:defRPr>
            </a:lvl1pPr>
            <a:lvl2pPr algn="l">
              <a:defRPr sz="1050" b="0">
                <a:solidFill>
                  <a:srgbClr val="A9B6BC"/>
                </a:solidFill>
              </a:defRPr>
            </a:lvl2pPr>
            <a:lvl3pPr algn="l">
              <a:defRPr sz="1050" b="0">
                <a:solidFill>
                  <a:srgbClr val="A9B6BC"/>
                </a:solidFill>
              </a:defRPr>
            </a:lvl3pPr>
            <a:lvl4pPr algn="l">
              <a:defRPr sz="1050" b="0">
                <a:solidFill>
                  <a:srgbClr val="A9B6BC"/>
                </a:solidFill>
              </a:defRPr>
            </a:lvl4pPr>
            <a:lvl5pPr algn="l">
              <a:defRPr sz="1050" b="0">
                <a:solidFill>
                  <a:srgbClr val="A9B6BC"/>
                </a:solidFill>
              </a:defRPr>
            </a:lvl5pPr>
            <a:lvl6pPr algn="l">
              <a:defRPr sz="1050" b="0">
                <a:solidFill>
                  <a:srgbClr val="A9B6BC"/>
                </a:solidFill>
              </a:defRPr>
            </a:lvl6pPr>
            <a:lvl7pPr algn="l">
              <a:defRPr sz="1050" b="0">
                <a:solidFill>
                  <a:srgbClr val="A9B6BC"/>
                </a:solidFill>
              </a:defRPr>
            </a:lvl7pPr>
            <a:lvl8pPr algn="l">
              <a:defRPr sz="1050" b="0">
                <a:solidFill>
                  <a:srgbClr val="A9B6BC"/>
                </a:solidFill>
              </a:defRPr>
            </a:lvl8pPr>
            <a:lvl9pPr algn="l">
              <a:defRPr sz="105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A9B6BC"/>
                </a:solidFill>
              </a:defRPr>
            </a:pPr>
            <a:r>
              <a:rPr sz="1050" b="0">
                <a:solidFill>
                  <a:srgbClr val="A9B6BC"/>
                </a:solidFill>
              </a:rPr>
              <a:t>one-way route assumption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C78D50-4404-4FD8-BB7B-B6811F7E8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428750"/>
            <a:ext cx="289560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B4194A-A738-44F4-B13D-6DB275C0B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524000"/>
            <a:ext cx="2552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7DDA8A"/>
                </a:solidFill>
              </a:defRPr>
            </a:defPPr>
            <a:lvl1pPr algn="l">
              <a:defRPr sz="2250" b="1">
                <a:solidFill>
                  <a:srgbClr val="7DDA8A"/>
                </a:solidFill>
              </a:defRPr>
            </a:lvl1pPr>
            <a:lvl2pPr algn="l">
              <a:defRPr sz="2250" b="1">
                <a:solidFill>
                  <a:srgbClr val="7DDA8A"/>
                </a:solidFill>
              </a:defRPr>
            </a:lvl2pPr>
            <a:lvl3pPr algn="l">
              <a:defRPr sz="2250" b="1">
                <a:solidFill>
                  <a:srgbClr val="7DDA8A"/>
                </a:solidFill>
              </a:defRPr>
            </a:lvl3pPr>
            <a:lvl4pPr algn="l">
              <a:defRPr sz="2250" b="1">
                <a:solidFill>
                  <a:srgbClr val="7DDA8A"/>
                </a:solidFill>
              </a:defRPr>
            </a:lvl4pPr>
            <a:lvl5pPr algn="l">
              <a:defRPr sz="2250" b="1">
                <a:solidFill>
                  <a:srgbClr val="7DDA8A"/>
                </a:solidFill>
              </a:defRPr>
            </a:lvl5pPr>
            <a:lvl6pPr algn="l">
              <a:defRPr sz="2250" b="1">
                <a:solidFill>
                  <a:srgbClr val="7DDA8A"/>
                </a:solidFill>
              </a:defRPr>
            </a:lvl6pPr>
            <a:lvl7pPr algn="l">
              <a:defRPr sz="2250" b="1">
                <a:solidFill>
                  <a:srgbClr val="7DDA8A"/>
                </a:solidFill>
              </a:defRPr>
            </a:lvl7pPr>
            <a:lvl8pPr algn="l">
              <a:defRPr sz="2250" b="1">
                <a:solidFill>
                  <a:srgbClr val="7DDA8A"/>
                </a:solidFill>
              </a:defRPr>
            </a:lvl8pPr>
            <a:lvl9pPr algn="l">
              <a:defRPr sz="2250" b="1">
                <a:solidFill>
                  <a:srgbClr val="7DDA8A"/>
                </a:solidFill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7DDA8A"/>
                </a:solidFill>
              </a:defRPr>
            </a:pPr>
            <a:r>
              <a:rPr sz="2250" b="1">
                <a:solidFill>
                  <a:srgbClr val="7DDA8A"/>
                </a:solidFill>
              </a:rPr>
              <a:t>0 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54A74E-6915-440A-9D5E-B6E00315B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990725"/>
            <a:ext cx="2552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A9B6BC"/>
                </a:solidFill>
              </a:defRPr>
            </a:defPPr>
            <a:lvl1pPr algn="l">
              <a:defRPr sz="1050" b="0">
                <a:solidFill>
                  <a:srgbClr val="A9B6BC"/>
                </a:solidFill>
              </a:defRPr>
            </a:lvl1pPr>
            <a:lvl2pPr algn="l">
              <a:defRPr sz="1050" b="0">
                <a:solidFill>
                  <a:srgbClr val="A9B6BC"/>
                </a:solidFill>
              </a:defRPr>
            </a:lvl2pPr>
            <a:lvl3pPr algn="l">
              <a:defRPr sz="1050" b="0">
                <a:solidFill>
                  <a:srgbClr val="A9B6BC"/>
                </a:solidFill>
              </a:defRPr>
            </a:lvl3pPr>
            <a:lvl4pPr algn="l">
              <a:defRPr sz="1050" b="0">
                <a:solidFill>
                  <a:srgbClr val="A9B6BC"/>
                </a:solidFill>
              </a:defRPr>
            </a:lvl4pPr>
            <a:lvl5pPr algn="l">
              <a:defRPr sz="1050" b="0">
                <a:solidFill>
                  <a:srgbClr val="A9B6BC"/>
                </a:solidFill>
              </a:defRPr>
            </a:lvl5pPr>
            <a:lvl6pPr algn="l">
              <a:defRPr sz="1050" b="0">
                <a:solidFill>
                  <a:srgbClr val="A9B6BC"/>
                </a:solidFill>
              </a:defRPr>
            </a:lvl6pPr>
            <a:lvl7pPr algn="l">
              <a:defRPr sz="1050" b="0">
                <a:solidFill>
                  <a:srgbClr val="A9B6BC"/>
                </a:solidFill>
              </a:defRPr>
            </a:lvl7pPr>
            <a:lvl8pPr algn="l">
              <a:defRPr sz="1050" b="0">
                <a:solidFill>
                  <a:srgbClr val="A9B6BC"/>
                </a:solidFill>
              </a:defRPr>
            </a:lvl8pPr>
            <a:lvl9pPr algn="l">
              <a:defRPr sz="105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A9B6BC"/>
                </a:solidFill>
              </a:defRPr>
            </a:pPr>
            <a:r>
              <a:rPr sz="1050" b="0">
                <a:solidFill>
                  <a:srgbClr val="A9B6BC"/>
                </a:solidFill>
              </a:rPr>
              <a:t>accepted mass-balance error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880C04-C585-4F39-A6AB-A0C3EC826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685800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162A32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3514DC-1283-4380-B77A-EDFF75F5A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813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F4F7F8"/>
                </a:solidFill>
              </a:defRPr>
            </a:defPPr>
            <a:lvl1pPr algn="l">
              <a:defRPr sz="1725" b="1">
                <a:solidFill>
                  <a:srgbClr val="F4F7F8"/>
                </a:solidFill>
              </a:defRPr>
            </a:lvl1pPr>
            <a:lvl2pPr algn="l">
              <a:defRPr sz="1725" b="1">
                <a:solidFill>
                  <a:srgbClr val="F4F7F8"/>
                </a:solidFill>
              </a:defRPr>
            </a:lvl2pPr>
            <a:lvl3pPr algn="l">
              <a:defRPr sz="1725" b="1">
                <a:solidFill>
                  <a:srgbClr val="F4F7F8"/>
                </a:solidFill>
              </a:defRPr>
            </a:lvl3pPr>
            <a:lvl4pPr algn="l">
              <a:defRPr sz="1725" b="1">
                <a:solidFill>
                  <a:srgbClr val="F4F7F8"/>
                </a:solidFill>
              </a:defRPr>
            </a:lvl4pPr>
            <a:lvl5pPr algn="l">
              <a:defRPr sz="1725" b="1">
                <a:solidFill>
                  <a:srgbClr val="F4F7F8"/>
                </a:solidFill>
              </a:defRPr>
            </a:lvl5pPr>
            <a:lvl6pPr algn="l">
              <a:defRPr sz="1725" b="1">
                <a:solidFill>
                  <a:srgbClr val="F4F7F8"/>
                </a:solidFill>
              </a:defRPr>
            </a:lvl6pPr>
            <a:lvl7pPr algn="l">
              <a:defRPr sz="1725" b="1">
                <a:solidFill>
                  <a:srgbClr val="F4F7F8"/>
                </a:solidFill>
              </a:defRPr>
            </a:lvl7pPr>
            <a:lvl8pPr algn="l">
              <a:defRPr sz="1725" b="1">
                <a:solidFill>
                  <a:srgbClr val="F4F7F8"/>
                </a:solidFill>
              </a:defRPr>
            </a:lvl8pPr>
            <a:lvl9pPr algn="l">
              <a:defRPr sz="1725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F4F7F8"/>
                </a:solidFill>
              </a:defRPr>
            </a:pPr>
            <a:r>
              <a:rPr sz="1725" b="1">
                <a:solidFill>
                  <a:srgbClr val="F4F7F8"/>
                </a:solidFill>
              </a:rPr>
              <a:t>Material accounting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8A938C-F514-4C24-A79E-9BB1F1F8B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FF8A35"/>
                </a:solidFill>
              </a:defRPr>
            </a:defPPr>
            <a:lvl1pPr algn="l">
              <a:defRPr sz="1650" b="1">
                <a:solidFill>
                  <a:srgbClr val="FF8A35"/>
                </a:solidFill>
              </a:defRPr>
            </a:lvl1pPr>
            <a:lvl2pPr algn="l">
              <a:defRPr sz="1650" b="1">
                <a:solidFill>
                  <a:srgbClr val="FF8A35"/>
                </a:solidFill>
              </a:defRPr>
            </a:lvl2pPr>
            <a:lvl3pPr algn="l">
              <a:defRPr sz="1650" b="1">
                <a:solidFill>
                  <a:srgbClr val="FF8A35"/>
                </a:solidFill>
              </a:defRPr>
            </a:lvl3pPr>
            <a:lvl4pPr algn="l">
              <a:defRPr sz="1650" b="1">
                <a:solidFill>
                  <a:srgbClr val="FF8A35"/>
                </a:solidFill>
              </a:defRPr>
            </a:lvl4pPr>
            <a:lvl5pPr algn="l">
              <a:defRPr sz="1650" b="1">
                <a:solidFill>
                  <a:srgbClr val="FF8A35"/>
                </a:solidFill>
              </a:defRPr>
            </a:lvl5pPr>
            <a:lvl6pPr algn="l">
              <a:defRPr sz="1650" b="1">
                <a:solidFill>
                  <a:srgbClr val="FF8A35"/>
                </a:solidFill>
              </a:defRPr>
            </a:lvl6pPr>
            <a:lvl7pPr algn="l">
              <a:defRPr sz="1650" b="1">
                <a:solidFill>
                  <a:srgbClr val="FF8A35"/>
                </a:solidFill>
              </a:defRPr>
            </a:lvl7pPr>
            <a:lvl8pPr algn="l">
              <a:defRPr sz="1650" b="1">
                <a:solidFill>
                  <a:srgbClr val="FF8A35"/>
                </a:solidFill>
              </a:defRPr>
            </a:lvl8pPr>
            <a:lvl9pPr algn="l">
              <a:defRPr sz="1650" b="1">
                <a:solidFill>
                  <a:srgbClr val="FF8A35"/>
                </a:solidFill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FF8A35"/>
                </a:solidFill>
              </a:defRPr>
            </a:pPr>
            <a:r>
              <a:rPr sz="1650" b="1">
                <a:solidFill>
                  <a:srgbClr val="FF8A35"/>
                </a:solidFill>
              </a:rPr>
              <a:t>initial ROM + extracted ore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66B1AF-CD8A-49F3-B3DF-F98E0E57F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57675"/>
            <a:ext cx="581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32D6C5"/>
                </a:solidFill>
              </a:defRPr>
            </a:defPPr>
            <a:lvl1pPr algn="l">
              <a:defRPr sz="1575" b="1">
                <a:solidFill>
                  <a:srgbClr val="32D6C5"/>
                </a:solidFill>
              </a:defRPr>
            </a:lvl1pPr>
            <a:lvl2pPr algn="l">
              <a:defRPr sz="1575" b="1">
                <a:solidFill>
                  <a:srgbClr val="32D6C5"/>
                </a:solidFill>
              </a:defRPr>
            </a:lvl2pPr>
            <a:lvl3pPr algn="l">
              <a:defRPr sz="1575" b="1">
                <a:solidFill>
                  <a:srgbClr val="32D6C5"/>
                </a:solidFill>
              </a:defRPr>
            </a:lvl3pPr>
            <a:lvl4pPr algn="l">
              <a:defRPr sz="1575" b="1">
                <a:solidFill>
                  <a:srgbClr val="32D6C5"/>
                </a:solidFill>
              </a:defRPr>
            </a:lvl4pPr>
            <a:lvl5pPr algn="l">
              <a:defRPr sz="1575" b="1">
                <a:solidFill>
                  <a:srgbClr val="32D6C5"/>
                </a:solidFill>
              </a:defRPr>
            </a:lvl5pPr>
            <a:lvl6pPr algn="l">
              <a:defRPr sz="1575" b="1">
                <a:solidFill>
                  <a:srgbClr val="32D6C5"/>
                </a:solidFill>
              </a:defRPr>
            </a:lvl6pPr>
            <a:lvl7pPr algn="l">
              <a:defRPr sz="1575" b="1">
                <a:solidFill>
                  <a:srgbClr val="32D6C5"/>
                </a:solidFill>
              </a:defRPr>
            </a:lvl7pPr>
            <a:lvl8pPr algn="l">
              <a:defRPr sz="1575" b="1">
                <a:solidFill>
                  <a:srgbClr val="32D6C5"/>
                </a:solidFill>
              </a:defRPr>
            </a:lvl8pPr>
            <a:lvl9pPr algn="l">
              <a:defRPr sz="1575" b="1">
                <a:solidFill>
                  <a:srgbClr val="32D6C5"/>
                </a:solidFill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32D6C5"/>
                </a:solidFill>
              </a:defRPr>
            </a:pPr>
            <a:r>
              <a:rPr sz="1575" b="1">
                <a:solidFill>
                  <a:srgbClr val="32D6C5"/>
                </a:solidFill>
              </a:rPr>
              <a:t>payload in trucks + current ROM + processed ore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BD76FD-E841-4CDE-A4F3-740C2E5F8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A9B6BC"/>
                </a:solidFill>
              </a:defRPr>
            </a:defPPr>
            <a:lvl1pPr algn="l">
              <a:defRPr sz="1200" b="0">
                <a:solidFill>
                  <a:srgbClr val="A9B6BC"/>
                </a:solidFill>
              </a:defRPr>
            </a:lvl1pPr>
            <a:lvl2pPr algn="l">
              <a:defRPr sz="1200" b="0">
                <a:solidFill>
                  <a:srgbClr val="A9B6BC"/>
                </a:solidFill>
              </a:defRPr>
            </a:lvl2pPr>
            <a:lvl3pPr algn="l">
              <a:defRPr sz="1200" b="0">
                <a:solidFill>
                  <a:srgbClr val="A9B6BC"/>
                </a:solidFill>
              </a:defRPr>
            </a:lvl3pPr>
            <a:lvl4pPr algn="l">
              <a:defRPr sz="1200" b="0">
                <a:solidFill>
                  <a:srgbClr val="A9B6BC"/>
                </a:solidFill>
              </a:defRPr>
            </a:lvl4pPr>
            <a:lvl5pPr algn="l">
              <a:defRPr sz="1200" b="0">
                <a:solidFill>
                  <a:srgbClr val="A9B6BC"/>
                </a:solidFill>
              </a:defRPr>
            </a:lvl5pPr>
            <a:lvl6pPr algn="l">
              <a:defRPr sz="1200" b="0">
                <a:solidFill>
                  <a:srgbClr val="A9B6BC"/>
                </a:solidFill>
              </a:defRPr>
            </a:lvl6pPr>
            <a:lvl7pPr algn="l">
              <a:defRPr sz="1200" b="0">
                <a:solidFill>
                  <a:srgbClr val="A9B6BC"/>
                </a:solidFill>
              </a:defRPr>
            </a:lvl7pPr>
            <a:lvl8pPr algn="l">
              <a:defRPr sz="1200" b="0">
                <a:solidFill>
                  <a:srgbClr val="A9B6BC"/>
                </a:solidFill>
              </a:defRPr>
            </a:lvl8pPr>
            <a:lvl9pPr algn="l">
              <a:defRPr sz="120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A9B6BC"/>
                </a:solidFill>
              </a:defRPr>
            </a:pPr>
            <a:r>
              <a:rPr sz="1200" b="0">
                <a:solidFill>
                  <a:srgbClr val="A9B6BC"/>
                </a:solidFill>
              </a:rPr>
              <a:t>The equality is checked throughout every scenario.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1027B1-017E-4466-B351-273D8A8EB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952750"/>
            <a:ext cx="377190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CD3AF62-ED68-4E84-AF87-EFD84C7BE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181350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F4F7F8"/>
                </a:solidFill>
              </a:defRPr>
            </a:defPPr>
            <a:lvl1pPr algn="l">
              <a:defRPr sz="1725" b="1">
                <a:solidFill>
                  <a:srgbClr val="F4F7F8"/>
                </a:solidFill>
              </a:defRPr>
            </a:lvl1pPr>
            <a:lvl2pPr algn="l">
              <a:defRPr sz="1725" b="1">
                <a:solidFill>
                  <a:srgbClr val="F4F7F8"/>
                </a:solidFill>
              </a:defRPr>
            </a:lvl2pPr>
            <a:lvl3pPr algn="l">
              <a:defRPr sz="1725" b="1">
                <a:solidFill>
                  <a:srgbClr val="F4F7F8"/>
                </a:solidFill>
              </a:defRPr>
            </a:lvl3pPr>
            <a:lvl4pPr algn="l">
              <a:defRPr sz="1725" b="1">
                <a:solidFill>
                  <a:srgbClr val="F4F7F8"/>
                </a:solidFill>
              </a:defRPr>
            </a:lvl4pPr>
            <a:lvl5pPr algn="l">
              <a:defRPr sz="1725" b="1">
                <a:solidFill>
                  <a:srgbClr val="F4F7F8"/>
                </a:solidFill>
              </a:defRPr>
            </a:lvl5pPr>
            <a:lvl6pPr algn="l">
              <a:defRPr sz="1725" b="1">
                <a:solidFill>
                  <a:srgbClr val="F4F7F8"/>
                </a:solidFill>
              </a:defRPr>
            </a:lvl6pPr>
            <a:lvl7pPr algn="l">
              <a:defRPr sz="1725" b="1">
                <a:solidFill>
                  <a:srgbClr val="F4F7F8"/>
                </a:solidFill>
              </a:defRPr>
            </a:lvl7pPr>
            <a:lvl8pPr algn="l">
              <a:defRPr sz="1725" b="1">
                <a:solidFill>
                  <a:srgbClr val="F4F7F8"/>
                </a:solidFill>
              </a:defRPr>
            </a:lvl8pPr>
            <a:lvl9pPr algn="l">
              <a:defRPr sz="1725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F4F7F8"/>
                </a:solidFill>
              </a:defRPr>
            </a:pPr>
            <a:r>
              <a:rPr sz="1725" b="1">
                <a:solidFill>
                  <a:srgbClr val="F4F7F8"/>
                </a:solidFill>
              </a:rPr>
              <a:t>Evidence classes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AA20820-916C-4728-8649-0303C057A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6957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2D6C5"/>
                </a:solidFill>
              </a:defRPr>
            </a:defPPr>
            <a:lvl1pPr algn="l">
              <a:defRPr sz="1275" b="1">
                <a:solidFill>
                  <a:srgbClr val="32D6C5"/>
                </a:solidFill>
              </a:defRPr>
            </a:lvl1pPr>
            <a:lvl2pPr algn="l">
              <a:defRPr sz="1275" b="1">
                <a:solidFill>
                  <a:srgbClr val="32D6C5"/>
                </a:solidFill>
              </a:defRPr>
            </a:lvl2pPr>
            <a:lvl3pPr algn="l">
              <a:defRPr sz="1275" b="1">
                <a:solidFill>
                  <a:srgbClr val="32D6C5"/>
                </a:solidFill>
              </a:defRPr>
            </a:lvl3pPr>
            <a:lvl4pPr algn="l">
              <a:defRPr sz="1275" b="1">
                <a:solidFill>
                  <a:srgbClr val="32D6C5"/>
                </a:solidFill>
              </a:defRPr>
            </a:lvl4pPr>
            <a:lvl5pPr algn="l">
              <a:defRPr sz="1275" b="1">
                <a:solidFill>
                  <a:srgbClr val="32D6C5"/>
                </a:solidFill>
              </a:defRPr>
            </a:lvl5pPr>
            <a:lvl6pPr algn="l">
              <a:defRPr sz="1275" b="1">
                <a:solidFill>
                  <a:srgbClr val="32D6C5"/>
                </a:solidFill>
              </a:defRPr>
            </a:lvl6pPr>
            <a:lvl7pPr algn="l">
              <a:defRPr sz="1275" b="1">
                <a:solidFill>
                  <a:srgbClr val="32D6C5"/>
                </a:solidFill>
              </a:defRPr>
            </a:lvl7pPr>
            <a:lvl8pPr algn="l">
              <a:defRPr sz="1275" b="1">
                <a:solidFill>
                  <a:srgbClr val="32D6C5"/>
                </a:solidFill>
              </a:defRPr>
            </a:lvl8pPr>
            <a:lvl9pPr algn="l">
              <a:defRPr sz="1275" b="1">
                <a:solidFill>
                  <a:srgbClr val="32D6C5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2D6C5"/>
                </a:solidFill>
              </a:defRPr>
            </a:pPr>
            <a:r>
              <a:rPr sz="1275" b="1">
                <a:solidFill>
                  <a:srgbClr val="32D6C5"/>
                </a:solidFill>
              </a:rPr>
              <a:t>Sourced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02A340-EA06-43B4-8893-1533CD3D2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695700"/>
            <a:ext cx="2143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A9B6BC"/>
                </a:solidFill>
              </a:defRPr>
            </a:defPPr>
            <a:lvl1pPr algn="l">
              <a:defRPr sz="1050" b="0">
                <a:solidFill>
                  <a:srgbClr val="A9B6BC"/>
                </a:solidFill>
              </a:defRPr>
            </a:lvl1pPr>
            <a:lvl2pPr algn="l">
              <a:defRPr sz="1050" b="0">
                <a:solidFill>
                  <a:srgbClr val="A9B6BC"/>
                </a:solidFill>
              </a:defRPr>
            </a:lvl2pPr>
            <a:lvl3pPr algn="l">
              <a:defRPr sz="1050" b="0">
                <a:solidFill>
                  <a:srgbClr val="A9B6BC"/>
                </a:solidFill>
              </a:defRPr>
            </a:lvl3pPr>
            <a:lvl4pPr algn="l">
              <a:defRPr sz="1050" b="0">
                <a:solidFill>
                  <a:srgbClr val="A9B6BC"/>
                </a:solidFill>
              </a:defRPr>
            </a:lvl4pPr>
            <a:lvl5pPr algn="l">
              <a:defRPr sz="1050" b="0">
                <a:solidFill>
                  <a:srgbClr val="A9B6BC"/>
                </a:solidFill>
              </a:defRPr>
            </a:lvl5pPr>
            <a:lvl6pPr algn="l">
              <a:defRPr sz="1050" b="0">
                <a:solidFill>
                  <a:srgbClr val="A9B6BC"/>
                </a:solidFill>
              </a:defRPr>
            </a:lvl6pPr>
            <a:lvl7pPr algn="l">
              <a:defRPr sz="1050" b="0">
                <a:solidFill>
                  <a:srgbClr val="A9B6BC"/>
                </a:solidFill>
              </a:defRPr>
            </a:lvl7pPr>
            <a:lvl8pPr algn="l">
              <a:defRPr sz="1050" b="0">
                <a:solidFill>
                  <a:srgbClr val="A9B6BC"/>
                </a:solidFill>
              </a:defRPr>
            </a:lvl8pPr>
            <a:lvl9pPr algn="l">
              <a:defRPr sz="105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A9B6BC"/>
                </a:solidFill>
              </a:defRPr>
            </a:pPr>
            <a:r>
              <a:rPr sz="1050" b="0">
                <a:solidFill>
                  <a:srgbClr val="A9B6BC"/>
                </a:solidFill>
              </a:rPr>
              <a:t>OpenMines parameters and licenses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E565D2E-F8BC-48B4-8C98-A036E1948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1719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FF8A35"/>
                </a:solidFill>
              </a:defRPr>
            </a:defPPr>
            <a:lvl1pPr algn="l">
              <a:defRPr sz="1275" b="1">
                <a:solidFill>
                  <a:srgbClr val="FF8A35"/>
                </a:solidFill>
              </a:defRPr>
            </a:lvl1pPr>
            <a:lvl2pPr algn="l">
              <a:defRPr sz="1275" b="1">
                <a:solidFill>
                  <a:srgbClr val="FF8A35"/>
                </a:solidFill>
              </a:defRPr>
            </a:lvl2pPr>
            <a:lvl3pPr algn="l">
              <a:defRPr sz="1275" b="1">
                <a:solidFill>
                  <a:srgbClr val="FF8A35"/>
                </a:solidFill>
              </a:defRPr>
            </a:lvl3pPr>
            <a:lvl4pPr algn="l">
              <a:defRPr sz="1275" b="1">
                <a:solidFill>
                  <a:srgbClr val="FF8A35"/>
                </a:solidFill>
              </a:defRPr>
            </a:lvl4pPr>
            <a:lvl5pPr algn="l">
              <a:defRPr sz="1275" b="1">
                <a:solidFill>
                  <a:srgbClr val="FF8A35"/>
                </a:solidFill>
              </a:defRPr>
            </a:lvl5pPr>
            <a:lvl6pPr algn="l">
              <a:defRPr sz="1275" b="1">
                <a:solidFill>
                  <a:srgbClr val="FF8A35"/>
                </a:solidFill>
              </a:defRPr>
            </a:lvl6pPr>
            <a:lvl7pPr algn="l">
              <a:defRPr sz="1275" b="1">
                <a:solidFill>
                  <a:srgbClr val="FF8A35"/>
                </a:solidFill>
              </a:defRPr>
            </a:lvl7pPr>
            <a:lvl8pPr algn="l">
              <a:defRPr sz="1275" b="1">
                <a:solidFill>
                  <a:srgbClr val="FF8A35"/>
                </a:solidFill>
              </a:defRPr>
            </a:lvl8pPr>
            <a:lvl9pPr algn="l">
              <a:defRPr sz="1275" b="1">
                <a:solidFill>
                  <a:srgbClr val="FF8A35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FF8A35"/>
                </a:solidFill>
              </a:defRPr>
            </a:pPr>
            <a:r>
              <a:rPr sz="1275" b="1">
                <a:solidFill>
                  <a:srgbClr val="FF8A35"/>
                </a:solidFill>
              </a:rPr>
              <a:t>Assumed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0C8A412-EB18-414C-935A-3D0DC2F36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4114800"/>
            <a:ext cx="2143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A9B6BC"/>
                </a:solidFill>
              </a:defRPr>
            </a:defPPr>
            <a:lvl1pPr algn="l">
              <a:defRPr sz="1050" b="0">
                <a:solidFill>
                  <a:srgbClr val="A9B6BC"/>
                </a:solidFill>
              </a:defRPr>
            </a:lvl1pPr>
            <a:lvl2pPr algn="l">
              <a:defRPr sz="1050" b="0">
                <a:solidFill>
                  <a:srgbClr val="A9B6BC"/>
                </a:solidFill>
              </a:defRPr>
            </a:lvl2pPr>
            <a:lvl3pPr algn="l">
              <a:defRPr sz="1050" b="0">
                <a:solidFill>
                  <a:srgbClr val="A9B6BC"/>
                </a:solidFill>
              </a:defRPr>
            </a:lvl3pPr>
            <a:lvl4pPr algn="l">
              <a:defRPr sz="1050" b="0">
                <a:solidFill>
                  <a:srgbClr val="A9B6BC"/>
                </a:solidFill>
              </a:defRPr>
            </a:lvl4pPr>
            <a:lvl5pPr algn="l">
              <a:defRPr sz="1050" b="0">
                <a:solidFill>
                  <a:srgbClr val="A9B6BC"/>
                </a:solidFill>
              </a:defRPr>
            </a:lvl5pPr>
            <a:lvl6pPr algn="l">
              <a:defRPr sz="1050" b="0">
                <a:solidFill>
                  <a:srgbClr val="A9B6BC"/>
                </a:solidFill>
              </a:defRPr>
            </a:lvl6pPr>
            <a:lvl7pPr algn="l">
              <a:defRPr sz="1050" b="0">
                <a:solidFill>
                  <a:srgbClr val="A9B6BC"/>
                </a:solidFill>
              </a:defRPr>
            </a:lvl7pPr>
            <a:lvl8pPr algn="l">
              <a:defRPr sz="1050" b="0">
                <a:solidFill>
                  <a:srgbClr val="A9B6BC"/>
                </a:solidFill>
              </a:defRPr>
            </a:lvl8pPr>
            <a:lvl9pPr algn="l">
              <a:defRPr sz="105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A9B6BC"/>
                </a:solidFill>
              </a:defRPr>
            </a:pPr>
            <a:r>
              <a:rPr sz="1050" b="0">
                <a:solidFill>
                  <a:srgbClr val="A9B6BC"/>
                </a:solidFill>
              </a:rPr>
              <a:t>Route, fleet and crusher planning values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617A384-81F1-410A-B80C-E5ED42301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7244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7DDA8A"/>
                </a:solidFill>
              </a:defRPr>
            </a:defPPr>
            <a:lvl1pPr algn="l">
              <a:defRPr sz="1275" b="1">
                <a:solidFill>
                  <a:srgbClr val="7DDA8A"/>
                </a:solidFill>
              </a:defRPr>
            </a:lvl1pPr>
            <a:lvl2pPr algn="l">
              <a:defRPr sz="1275" b="1">
                <a:solidFill>
                  <a:srgbClr val="7DDA8A"/>
                </a:solidFill>
              </a:defRPr>
            </a:lvl2pPr>
            <a:lvl3pPr algn="l">
              <a:defRPr sz="1275" b="1">
                <a:solidFill>
                  <a:srgbClr val="7DDA8A"/>
                </a:solidFill>
              </a:defRPr>
            </a:lvl3pPr>
            <a:lvl4pPr algn="l">
              <a:defRPr sz="1275" b="1">
                <a:solidFill>
                  <a:srgbClr val="7DDA8A"/>
                </a:solidFill>
              </a:defRPr>
            </a:lvl4pPr>
            <a:lvl5pPr algn="l">
              <a:defRPr sz="1275" b="1">
                <a:solidFill>
                  <a:srgbClr val="7DDA8A"/>
                </a:solidFill>
              </a:defRPr>
            </a:lvl5pPr>
            <a:lvl6pPr algn="l">
              <a:defRPr sz="1275" b="1">
                <a:solidFill>
                  <a:srgbClr val="7DDA8A"/>
                </a:solidFill>
              </a:defRPr>
            </a:lvl6pPr>
            <a:lvl7pPr algn="l">
              <a:defRPr sz="1275" b="1">
                <a:solidFill>
                  <a:srgbClr val="7DDA8A"/>
                </a:solidFill>
              </a:defRPr>
            </a:lvl7pPr>
            <a:lvl8pPr algn="l">
              <a:defRPr sz="1275" b="1">
                <a:solidFill>
                  <a:srgbClr val="7DDA8A"/>
                </a:solidFill>
              </a:defRPr>
            </a:lvl8pPr>
            <a:lvl9pPr algn="l">
              <a:defRPr sz="1275" b="1">
                <a:solidFill>
                  <a:srgbClr val="7DDA8A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7DDA8A"/>
                </a:solidFill>
              </a:defRPr>
            </a:pPr>
            <a:r>
              <a:rPr sz="1275" b="1">
                <a:solidFill>
                  <a:srgbClr val="7DDA8A"/>
                </a:solidFill>
              </a:rPr>
              <a:t>Synthetic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CC30C74-DDC5-410F-A0D1-787067045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4724400"/>
            <a:ext cx="2143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A9B6BC"/>
                </a:solidFill>
              </a:defRPr>
            </a:defPPr>
            <a:lvl1pPr algn="l">
              <a:defRPr sz="1050" b="0">
                <a:solidFill>
                  <a:srgbClr val="A9B6BC"/>
                </a:solidFill>
              </a:defRPr>
            </a:lvl1pPr>
            <a:lvl2pPr algn="l">
              <a:defRPr sz="1050" b="0">
                <a:solidFill>
                  <a:srgbClr val="A9B6BC"/>
                </a:solidFill>
              </a:defRPr>
            </a:lvl2pPr>
            <a:lvl3pPr algn="l">
              <a:defRPr sz="1050" b="0">
                <a:solidFill>
                  <a:srgbClr val="A9B6BC"/>
                </a:solidFill>
              </a:defRPr>
            </a:lvl3pPr>
            <a:lvl4pPr algn="l">
              <a:defRPr sz="1050" b="0">
                <a:solidFill>
                  <a:srgbClr val="A9B6BC"/>
                </a:solidFill>
              </a:defRPr>
            </a:lvl4pPr>
            <a:lvl5pPr algn="l">
              <a:defRPr sz="1050" b="0">
                <a:solidFill>
                  <a:srgbClr val="A9B6BC"/>
                </a:solidFill>
              </a:defRPr>
            </a:lvl5pPr>
            <a:lvl6pPr algn="l">
              <a:defRPr sz="1050" b="0">
                <a:solidFill>
                  <a:srgbClr val="A9B6BC"/>
                </a:solidFill>
              </a:defRPr>
            </a:lvl6pPr>
            <a:lvl7pPr algn="l">
              <a:defRPr sz="1050" b="0">
                <a:solidFill>
                  <a:srgbClr val="A9B6BC"/>
                </a:solidFill>
              </a:defRPr>
            </a:lvl7pPr>
            <a:lvl8pPr algn="l">
              <a:defRPr sz="1050" b="0">
                <a:solidFill>
                  <a:srgbClr val="A9B6BC"/>
                </a:solidFill>
              </a:defRPr>
            </a:lvl8pPr>
            <a:lvl9pPr algn="l">
              <a:defRPr sz="105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A9B6BC"/>
                </a:solidFill>
              </a:defRPr>
            </a:pPr>
            <a:r>
              <a:rPr sz="1050" b="0">
                <a:solidFill>
                  <a:srgbClr val="A9B6BC"/>
                </a:solidFill>
              </a:rPr>
              <a:t>Telemetry and modeled outcomes</a:t>
            </a:r>
          </a:p>
        </p:txBody>
      </p:sp>
    </p:spTree>
    <p:extLst>
      <p:ext uri="{BB962C8B-B14F-4D97-AF65-F5344CB8AC3E}">
        <p14:creationId xmlns:p14="http://schemas.microsoft.com/office/powerpoint/2010/main" val="33025925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1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5CF826-0580-41C1-AB00-1D67FECC9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AC5D05-A82F-4A11-9D2F-FEF5A52D1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4F7F8"/>
                </a:solidFill>
              </a:defRPr>
            </a:defPPr>
            <a:lvl1pPr algn="l">
              <a:defRPr sz="2550" b="1">
                <a:solidFill>
                  <a:srgbClr val="F4F7F8"/>
                </a:solidFill>
              </a:defRPr>
            </a:lvl1pPr>
            <a:lvl2pPr algn="l">
              <a:defRPr sz="2550" b="1">
                <a:solidFill>
                  <a:srgbClr val="F4F7F8"/>
                </a:solidFill>
              </a:defRPr>
            </a:lvl2pPr>
            <a:lvl3pPr algn="l">
              <a:defRPr sz="2550" b="1">
                <a:solidFill>
                  <a:srgbClr val="F4F7F8"/>
                </a:solidFill>
              </a:defRPr>
            </a:lvl3pPr>
            <a:lvl4pPr algn="l">
              <a:defRPr sz="2550" b="1">
                <a:solidFill>
                  <a:srgbClr val="F4F7F8"/>
                </a:solidFill>
              </a:defRPr>
            </a:lvl4pPr>
            <a:lvl5pPr algn="l">
              <a:defRPr sz="2550" b="1">
                <a:solidFill>
                  <a:srgbClr val="F4F7F8"/>
                </a:solidFill>
              </a:defRPr>
            </a:lvl5pPr>
            <a:lvl6pPr algn="l">
              <a:defRPr sz="2550" b="1">
                <a:solidFill>
                  <a:srgbClr val="F4F7F8"/>
                </a:solidFill>
              </a:defRPr>
            </a:lvl6pPr>
            <a:lvl7pPr algn="l">
              <a:defRPr sz="2550" b="1">
                <a:solidFill>
                  <a:srgbClr val="F4F7F8"/>
                </a:solidFill>
              </a:defRPr>
            </a:lvl7pPr>
            <a:lvl8pPr algn="l">
              <a:defRPr sz="2550" b="1">
                <a:solidFill>
                  <a:srgbClr val="F4F7F8"/>
                </a:solidFill>
              </a:defRPr>
            </a:lvl8pPr>
            <a:lvl9pPr algn="l">
              <a:defRPr sz="2550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4F7F8"/>
                </a:solidFill>
              </a:defRPr>
            </a:pPr>
            <a:r>
              <a:rPr sz="2550" b="1">
                <a:solidFill>
                  <a:srgbClr val="F4F7F8"/>
                </a:solidFill>
              </a:rPr>
              <a:t>Each disruption changes a visible constraint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63A6C6-11D2-48D2-93F1-3D77C33AF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572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050" b="1">
                <a:solidFill>
                  <a:srgbClr val="A9B6BC"/>
                </a:solidFill>
              </a:defRPr>
            </a:defPPr>
            <a:lvl1pPr algn="r">
              <a:defRPr sz="1050" b="1">
                <a:solidFill>
                  <a:srgbClr val="A9B6BC"/>
                </a:solidFill>
              </a:defRPr>
            </a:lvl1pPr>
            <a:lvl2pPr algn="r">
              <a:defRPr sz="1050" b="1">
                <a:solidFill>
                  <a:srgbClr val="A9B6BC"/>
                </a:solidFill>
              </a:defRPr>
            </a:lvl2pPr>
            <a:lvl3pPr algn="r">
              <a:defRPr sz="1050" b="1">
                <a:solidFill>
                  <a:srgbClr val="A9B6BC"/>
                </a:solidFill>
              </a:defRPr>
            </a:lvl3pPr>
            <a:lvl4pPr algn="r">
              <a:defRPr sz="1050" b="1">
                <a:solidFill>
                  <a:srgbClr val="A9B6BC"/>
                </a:solidFill>
              </a:defRPr>
            </a:lvl4pPr>
            <a:lvl5pPr algn="r">
              <a:defRPr sz="1050" b="1">
                <a:solidFill>
                  <a:srgbClr val="A9B6BC"/>
                </a:solidFill>
              </a:defRPr>
            </a:lvl5pPr>
            <a:lvl6pPr algn="r">
              <a:defRPr sz="1050" b="1">
                <a:solidFill>
                  <a:srgbClr val="A9B6BC"/>
                </a:solidFill>
              </a:defRPr>
            </a:lvl6pPr>
            <a:lvl7pPr algn="r">
              <a:defRPr sz="1050" b="1">
                <a:solidFill>
                  <a:srgbClr val="A9B6BC"/>
                </a:solidFill>
              </a:defRPr>
            </a:lvl7pPr>
            <a:lvl8pPr algn="r">
              <a:defRPr sz="1050" b="1">
                <a:solidFill>
                  <a:srgbClr val="A9B6BC"/>
                </a:solidFill>
              </a:defRPr>
            </a:lvl8pPr>
            <a:lvl9pPr algn="r">
              <a:defRPr sz="1050" b="1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r">
              <a:defRPr sz="1050" b="1">
                <a:solidFill>
                  <a:srgbClr val="A9B6BC"/>
                </a:solidFill>
              </a:defRPr>
            </a:pPr>
            <a:r>
              <a:rPr sz="1050" b="1">
                <a:solidFill>
                  <a:srgbClr val="A9B6BC"/>
                </a:solidFill>
              </a:rPr>
              <a:t>07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DC45FEDB-3BC1-49D9-BF96-02A0CEB7ABA9}"/>
              </a:ext>
            </a:extLst>
          </p:cNvPr>
          <p:cNvGraphicFramePr/>
          <p:nvPr/>
        </p:nvGraphicFramePr>
        <p:xfrm>
          <a:off xmlns:a="http://schemas.openxmlformats.org/drawingml/2006/main" x="514350" y="1285875"/>
          <a:ext xmlns:a="http://schemas.openxmlformats.org/drawingml/2006/main" cx="600075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92f2fe6c01b4039"/>
          </a:graphicData>
        </a:graphic>
      </p:graphicFrame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881024-1786-4C4A-B2F5-F83D221C81C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6319da7fc34ffa"/>
          <a:stretch xmlns:a="http://schemas.openxmlformats.org/drawingml/2006/main"/>
        </p:blipFill>
        <p:spPr>
          <a:xfrm xmlns:a="http://schemas.openxmlformats.org/drawingml/2006/main">
            <a:off x="6810375" y="1994297"/>
            <a:ext cx="4762500" cy="2678906"/>
          </a:xfrm>
          <a:prstGeom xmlns:a="http://schemas.openxmlformats.org/drawingml/2006/main" prst="roundRect">
            <a:avLst>
              <a:gd name="adj" fmla="val 2857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01B635-CAA3-4DAD-AB5B-1338B90CD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A9B6BC"/>
                </a:solidFill>
              </a:defRPr>
            </a:defPPr>
            <a:lvl1pPr algn="l">
              <a:defRPr sz="1050" b="0">
                <a:solidFill>
                  <a:srgbClr val="A9B6BC"/>
                </a:solidFill>
              </a:defRPr>
            </a:lvl1pPr>
            <a:lvl2pPr algn="l">
              <a:defRPr sz="1050" b="0">
                <a:solidFill>
                  <a:srgbClr val="A9B6BC"/>
                </a:solidFill>
              </a:defRPr>
            </a:lvl2pPr>
            <a:lvl3pPr algn="l">
              <a:defRPr sz="1050" b="0">
                <a:solidFill>
                  <a:srgbClr val="A9B6BC"/>
                </a:solidFill>
              </a:defRPr>
            </a:lvl3pPr>
            <a:lvl4pPr algn="l">
              <a:defRPr sz="1050" b="0">
                <a:solidFill>
                  <a:srgbClr val="A9B6BC"/>
                </a:solidFill>
              </a:defRPr>
            </a:lvl4pPr>
            <a:lvl5pPr algn="l">
              <a:defRPr sz="1050" b="0">
                <a:solidFill>
                  <a:srgbClr val="A9B6BC"/>
                </a:solidFill>
              </a:defRPr>
            </a:lvl5pPr>
            <a:lvl6pPr algn="l">
              <a:defRPr sz="1050" b="0">
                <a:solidFill>
                  <a:srgbClr val="A9B6BC"/>
                </a:solidFill>
              </a:defRPr>
            </a:lvl6pPr>
            <a:lvl7pPr algn="l">
              <a:defRPr sz="1050" b="0">
                <a:solidFill>
                  <a:srgbClr val="A9B6BC"/>
                </a:solidFill>
              </a:defRPr>
            </a:lvl7pPr>
            <a:lvl8pPr algn="l">
              <a:defRPr sz="1050" b="0">
                <a:solidFill>
                  <a:srgbClr val="A9B6BC"/>
                </a:solidFill>
              </a:defRPr>
            </a:lvl8pPr>
            <a:lvl9pPr algn="l">
              <a:defRPr sz="105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A9B6BC"/>
                </a:solidFill>
              </a:defRPr>
            </a:pPr>
            <a:r>
              <a:rPr sz="1050" b="0">
                <a:solidFill>
                  <a:srgbClr val="A9B6BC"/>
                </a:solidFill>
              </a:rPr>
              <a:t>Breakdown is the matched returning-lane first-hour case. Other values use the documented steady comparison window.</a:t>
            </a:r>
          </a:p>
        </p:txBody>
      </p:sp>
    </p:spTree>
    <p:extLst>
      <p:ext uri="{BB962C8B-B14F-4D97-AF65-F5344CB8AC3E}">
        <p14:creationId xmlns:p14="http://schemas.microsoft.com/office/powerpoint/2010/main" val="103763185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11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D021C2-3CAA-4FBA-8819-310C55D9B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7DDE56-C4CC-486D-9BA3-A291B8AED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4F7F8"/>
                </a:solidFill>
              </a:defRPr>
            </a:defPPr>
            <a:lvl1pPr algn="l">
              <a:defRPr sz="2550" b="1">
                <a:solidFill>
                  <a:srgbClr val="F4F7F8"/>
                </a:solidFill>
              </a:defRPr>
            </a:lvl1pPr>
            <a:lvl2pPr algn="l">
              <a:defRPr sz="2550" b="1">
                <a:solidFill>
                  <a:srgbClr val="F4F7F8"/>
                </a:solidFill>
              </a:defRPr>
            </a:lvl2pPr>
            <a:lvl3pPr algn="l">
              <a:defRPr sz="2550" b="1">
                <a:solidFill>
                  <a:srgbClr val="F4F7F8"/>
                </a:solidFill>
              </a:defRPr>
            </a:lvl3pPr>
            <a:lvl4pPr algn="l">
              <a:defRPr sz="2550" b="1">
                <a:solidFill>
                  <a:srgbClr val="F4F7F8"/>
                </a:solidFill>
              </a:defRPr>
            </a:lvl4pPr>
            <a:lvl5pPr algn="l">
              <a:defRPr sz="2550" b="1">
                <a:solidFill>
                  <a:srgbClr val="F4F7F8"/>
                </a:solidFill>
              </a:defRPr>
            </a:lvl5pPr>
            <a:lvl6pPr algn="l">
              <a:defRPr sz="2550" b="1">
                <a:solidFill>
                  <a:srgbClr val="F4F7F8"/>
                </a:solidFill>
              </a:defRPr>
            </a:lvl6pPr>
            <a:lvl7pPr algn="l">
              <a:defRPr sz="2550" b="1">
                <a:solidFill>
                  <a:srgbClr val="F4F7F8"/>
                </a:solidFill>
              </a:defRPr>
            </a:lvl7pPr>
            <a:lvl8pPr algn="l">
              <a:defRPr sz="2550" b="1">
                <a:solidFill>
                  <a:srgbClr val="F4F7F8"/>
                </a:solidFill>
              </a:defRPr>
            </a:lvl8pPr>
            <a:lvl9pPr algn="l">
              <a:defRPr sz="2550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4F7F8"/>
                </a:solidFill>
              </a:defRPr>
            </a:pPr>
            <a:r>
              <a:rPr sz="2550" b="1">
                <a:solidFill>
                  <a:srgbClr val="F4F7F8"/>
                </a:solidFill>
              </a:rPr>
              <a:t>Smart Dispatch removes avoidable truck activity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B84C6C-BC37-4F12-BD59-E92737596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572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050" b="1">
                <a:solidFill>
                  <a:srgbClr val="A9B6BC"/>
                </a:solidFill>
              </a:defRPr>
            </a:defPPr>
            <a:lvl1pPr algn="r">
              <a:defRPr sz="1050" b="1">
                <a:solidFill>
                  <a:srgbClr val="A9B6BC"/>
                </a:solidFill>
              </a:defRPr>
            </a:lvl1pPr>
            <a:lvl2pPr algn="r">
              <a:defRPr sz="1050" b="1">
                <a:solidFill>
                  <a:srgbClr val="A9B6BC"/>
                </a:solidFill>
              </a:defRPr>
            </a:lvl2pPr>
            <a:lvl3pPr algn="r">
              <a:defRPr sz="1050" b="1">
                <a:solidFill>
                  <a:srgbClr val="A9B6BC"/>
                </a:solidFill>
              </a:defRPr>
            </a:lvl3pPr>
            <a:lvl4pPr algn="r">
              <a:defRPr sz="1050" b="1">
                <a:solidFill>
                  <a:srgbClr val="A9B6BC"/>
                </a:solidFill>
              </a:defRPr>
            </a:lvl4pPr>
            <a:lvl5pPr algn="r">
              <a:defRPr sz="1050" b="1">
                <a:solidFill>
                  <a:srgbClr val="A9B6BC"/>
                </a:solidFill>
              </a:defRPr>
            </a:lvl5pPr>
            <a:lvl6pPr algn="r">
              <a:defRPr sz="1050" b="1">
                <a:solidFill>
                  <a:srgbClr val="A9B6BC"/>
                </a:solidFill>
              </a:defRPr>
            </a:lvl6pPr>
            <a:lvl7pPr algn="r">
              <a:defRPr sz="1050" b="1">
                <a:solidFill>
                  <a:srgbClr val="A9B6BC"/>
                </a:solidFill>
              </a:defRPr>
            </a:lvl7pPr>
            <a:lvl8pPr algn="r">
              <a:defRPr sz="1050" b="1">
                <a:solidFill>
                  <a:srgbClr val="A9B6BC"/>
                </a:solidFill>
              </a:defRPr>
            </a:lvl8pPr>
            <a:lvl9pPr algn="r">
              <a:defRPr sz="1050" b="1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r">
              <a:defRPr sz="1050" b="1">
                <a:solidFill>
                  <a:srgbClr val="A9B6BC"/>
                </a:solidFill>
              </a:defRPr>
            </a:pPr>
            <a:r>
              <a:rPr sz="1050" b="1">
                <a:solidFill>
                  <a:srgbClr val="A9B6BC"/>
                </a:solidFill>
              </a:rPr>
              <a:t>08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EFE065-5709-4199-B42C-AE40D7BF85D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64ff23bcb64cc7"/>
          <a:stretch xmlns:a="http://schemas.openxmlformats.org/drawingml/2006/main"/>
        </p:blipFill>
        <p:spPr>
          <a:xfrm xmlns:a="http://schemas.openxmlformats.org/drawingml/2006/main">
            <a:off x="609600" y="1474589"/>
            <a:ext cx="7524750" cy="4232672"/>
          </a:xfrm>
          <a:prstGeom xmlns:a="http://schemas.openxmlformats.org/drawingml/2006/main" prst="roundRect">
            <a:avLst>
              <a:gd name="adj" fmla="val 2353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33A054-3237-4EA2-92E4-54285A68A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381125"/>
            <a:ext cx="285750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7DECB0-588C-407D-A4FA-3E94157AD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476375"/>
            <a:ext cx="2514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32D6C5"/>
                </a:solidFill>
              </a:defRPr>
            </a:defPPr>
            <a:lvl1pPr algn="l">
              <a:defRPr sz="2250" b="1">
                <a:solidFill>
                  <a:srgbClr val="32D6C5"/>
                </a:solidFill>
              </a:defRPr>
            </a:lvl1pPr>
            <a:lvl2pPr algn="l">
              <a:defRPr sz="2250" b="1">
                <a:solidFill>
                  <a:srgbClr val="32D6C5"/>
                </a:solidFill>
              </a:defRPr>
            </a:lvl2pPr>
            <a:lvl3pPr algn="l">
              <a:defRPr sz="2250" b="1">
                <a:solidFill>
                  <a:srgbClr val="32D6C5"/>
                </a:solidFill>
              </a:defRPr>
            </a:lvl3pPr>
            <a:lvl4pPr algn="l">
              <a:defRPr sz="2250" b="1">
                <a:solidFill>
                  <a:srgbClr val="32D6C5"/>
                </a:solidFill>
              </a:defRPr>
            </a:lvl4pPr>
            <a:lvl5pPr algn="l">
              <a:defRPr sz="2250" b="1">
                <a:solidFill>
                  <a:srgbClr val="32D6C5"/>
                </a:solidFill>
              </a:defRPr>
            </a:lvl5pPr>
            <a:lvl6pPr algn="l">
              <a:defRPr sz="2250" b="1">
                <a:solidFill>
                  <a:srgbClr val="32D6C5"/>
                </a:solidFill>
              </a:defRPr>
            </a:lvl6pPr>
            <a:lvl7pPr algn="l">
              <a:defRPr sz="2250" b="1">
                <a:solidFill>
                  <a:srgbClr val="32D6C5"/>
                </a:solidFill>
              </a:defRPr>
            </a:lvl7pPr>
            <a:lvl8pPr algn="l">
              <a:defRPr sz="2250" b="1">
                <a:solidFill>
                  <a:srgbClr val="32D6C5"/>
                </a:solidFill>
              </a:defRPr>
            </a:lvl8pPr>
            <a:lvl9pPr algn="l">
              <a:defRPr sz="2250" b="1">
                <a:solidFill>
                  <a:srgbClr val="32D6C5"/>
                </a:solidFill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32D6C5"/>
                </a:solidFill>
              </a:defRPr>
            </a:pPr>
            <a:r>
              <a:rPr sz="2250" b="1">
                <a:solidFill>
                  <a:srgbClr val="32D6C5"/>
                </a:solidFill>
              </a:rPr>
              <a:t>4 + 2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70FD9E-89DD-49C0-9128-E0C8D7165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94310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A9B6BC"/>
                </a:solidFill>
              </a:defRPr>
            </a:defPPr>
            <a:lvl1pPr algn="l">
              <a:defRPr sz="1050" b="0">
                <a:solidFill>
                  <a:srgbClr val="A9B6BC"/>
                </a:solidFill>
              </a:defRPr>
            </a:lvl1pPr>
            <a:lvl2pPr algn="l">
              <a:defRPr sz="1050" b="0">
                <a:solidFill>
                  <a:srgbClr val="A9B6BC"/>
                </a:solidFill>
              </a:defRPr>
            </a:lvl2pPr>
            <a:lvl3pPr algn="l">
              <a:defRPr sz="1050" b="0">
                <a:solidFill>
                  <a:srgbClr val="A9B6BC"/>
                </a:solidFill>
              </a:defRPr>
            </a:lvl3pPr>
            <a:lvl4pPr algn="l">
              <a:defRPr sz="1050" b="0">
                <a:solidFill>
                  <a:srgbClr val="A9B6BC"/>
                </a:solidFill>
              </a:defRPr>
            </a:lvl4pPr>
            <a:lvl5pPr algn="l">
              <a:defRPr sz="1050" b="0">
                <a:solidFill>
                  <a:srgbClr val="A9B6BC"/>
                </a:solidFill>
              </a:defRPr>
            </a:lvl5pPr>
            <a:lvl6pPr algn="l">
              <a:defRPr sz="1050" b="0">
                <a:solidFill>
                  <a:srgbClr val="A9B6BC"/>
                </a:solidFill>
              </a:defRPr>
            </a:lvl6pPr>
            <a:lvl7pPr algn="l">
              <a:defRPr sz="1050" b="0">
                <a:solidFill>
                  <a:srgbClr val="A9B6BC"/>
                </a:solidFill>
              </a:defRPr>
            </a:lvl7pPr>
            <a:lvl8pPr algn="l">
              <a:defRPr sz="1050" b="0">
                <a:solidFill>
                  <a:srgbClr val="A9B6BC"/>
                </a:solidFill>
              </a:defRPr>
            </a:lvl8pPr>
            <a:lvl9pPr algn="l">
              <a:defRPr sz="105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A9B6BC"/>
                </a:solidFill>
              </a:defRPr>
            </a:pPr>
            <a:r>
              <a:rPr sz="1050" b="0">
                <a:solidFill>
                  <a:srgbClr val="A9B6BC"/>
                </a:solidFill>
              </a:rPr>
              <a:t>cycling + ready reserve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EE5882-500C-42B4-B6FD-1498E2348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667000"/>
            <a:ext cx="285750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0588F8-4BBF-460D-9596-73D4BE204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762250"/>
            <a:ext cx="2514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7DDA8A"/>
                </a:solidFill>
              </a:defRPr>
            </a:defPPr>
            <a:lvl1pPr algn="l">
              <a:defRPr sz="2250" b="1">
                <a:solidFill>
                  <a:srgbClr val="7DDA8A"/>
                </a:solidFill>
              </a:defRPr>
            </a:lvl1pPr>
            <a:lvl2pPr algn="l">
              <a:defRPr sz="2250" b="1">
                <a:solidFill>
                  <a:srgbClr val="7DDA8A"/>
                </a:solidFill>
              </a:defRPr>
            </a:lvl2pPr>
            <a:lvl3pPr algn="l">
              <a:defRPr sz="2250" b="1">
                <a:solidFill>
                  <a:srgbClr val="7DDA8A"/>
                </a:solidFill>
              </a:defRPr>
            </a:lvl3pPr>
            <a:lvl4pPr algn="l">
              <a:defRPr sz="2250" b="1">
                <a:solidFill>
                  <a:srgbClr val="7DDA8A"/>
                </a:solidFill>
              </a:defRPr>
            </a:lvl4pPr>
            <a:lvl5pPr algn="l">
              <a:defRPr sz="2250" b="1">
                <a:solidFill>
                  <a:srgbClr val="7DDA8A"/>
                </a:solidFill>
              </a:defRPr>
            </a:lvl5pPr>
            <a:lvl6pPr algn="l">
              <a:defRPr sz="2250" b="1">
                <a:solidFill>
                  <a:srgbClr val="7DDA8A"/>
                </a:solidFill>
              </a:defRPr>
            </a:lvl6pPr>
            <a:lvl7pPr algn="l">
              <a:defRPr sz="2250" b="1">
                <a:solidFill>
                  <a:srgbClr val="7DDA8A"/>
                </a:solidFill>
              </a:defRPr>
            </a:lvl7pPr>
            <a:lvl8pPr algn="l">
              <a:defRPr sz="2250" b="1">
                <a:solidFill>
                  <a:srgbClr val="7DDA8A"/>
                </a:solidFill>
              </a:defRPr>
            </a:lvl8pPr>
            <a:lvl9pPr algn="l">
              <a:defRPr sz="2250" b="1">
                <a:solidFill>
                  <a:srgbClr val="7DDA8A"/>
                </a:solidFill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7DDA8A"/>
                </a:solidFill>
              </a:defRPr>
            </a:pPr>
            <a:r>
              <a:rPr sz="2250" b="1">
                <a:solidFill>
                  <a:srgbClr val="7DDA8A"/>
                </a:solidFill>
              </a:rPr>
              <a:t>-33%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0D9E33-C878-4579-ACF9-A4DCB3A32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228975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A9B6BC"/>
                </a:solidFill>
              </a:defRPr>
            </a:defPPr>
            <a:lvl1pPr algn="l">
              <a:defRPr sz="1050" b="0">
                <a:solidFill>
                  <a:srgbClr val="A9B6BC"/>
                </a:solidFill>
              </a:defRPr>
            </a:lvl1pPr>
            <a:lvl2pPr algn="l">
              <a:defRPr sz="1050" b="0">
                <a:solidFill>
                  <a:srgbClr val="A9B6BC"/>
                </a:solidFill>
              </a:defRPr>
            </a:lvl2pPr>
            <a:lvl3pPr algn="l">
              <a:defRPr sz="1050" b="0">
                <a:solidFill>
                  <a:srgbClr val="A9B6BC"/>
                </a:solidFill>
              </a:defRPr>
            </a:lvl3pPr>
            <a:lvl4pPr algn="l">
              <a:defRPr sz="1050" b="0">
                <a:solidFill>
                  <a:srgbClr val="A9B6BC"/>
                </a:solidFill>
              </a:defRPr>
            </a:lvl4pPr>
            <a:lvl5pPr algn="l">
              <a:defRPr sz="1050" b="0">
                <a:solidFill>
                  <a:srgbClr val="A9B6BC"/>
                </a:solidFill>
              </a:defRPr>
            </a:lvl5pPr>
            <a:lvl6pPr algn="l">
              <a:defRPr sz="1050" b="0">
                <a:solidFill>
                  <a:srgbClr val="A9B6BC"/>
                </a:solidFill>
              </a:defRPr>
            </a:lvl6pPr>
            <a:lvl7pPr algn="l">
              <a:defRPr sz="1050" b="0">
                <a:solidFill>
                  <a:srgbClr val="A9B6BC"/>
                </a:solidFill>
              </a:defRPr>
            </a:lvl7pPr>
            <a:lvl8pPr algn="l">
              <a:defRPr sz="1050" b="0">
                <a:solidFill>
                  <a:srgbClr val="A9B6BC"/>
                </a:solidFill>
              </a:defRPr>
            </a:lvl8pPr>
            <a:lvl9pPr algn="l">
              <a:defRPr sz="105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A9B6BC"/>
                </a:solidFill>
              </a:defRPr>
            </a:pPr>
            <a:r>
              <a:rPr sz="1050" b="0">
                <a:solidFill>
                  <a:srgbClr val="A9B6BC"/>
                </a:solidFill>
              </a:rPr>
              <a:t>truck-hours per 1,000 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AFD4E3-A2CF-4C71-897A-515EFC75D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952875"/>
            <a:ext cx="285750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FBB188-A7E6-40A5-8AB9-E7E5ACF15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048125"/>
            <a:ext cx="2514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FF8A35"/>
                </a:solidFill>
              </a:defRPr>
            </a:defPPr>
            <a:lvl1pPr algn="l">
              <a:defRPr sz="2250" b="1">
                <a:solidFill>
                  <a:srgbClr val="FF8A35"/>
                </a:solidFill>
              </a:defRPr>
            </a:lvl1pPr>
            <a:lvl2pPr algn="l">
              <a:defRPr sz="2250" b="1">
                <a:solidFill>
                  <a:srgbClr val="FF8A35"/>
                </a:solidFill>
              </a:defRPr>
            </a:lvl2pPr>
            <a:lvl3pPr algn="l">
              <a:defRPr sz="2250" b="1">
                <a:solidFill>
                  <a:srgbClr val="FF8A35"/>
                </a:solidFill>
              </a:defRPr>
            </a:lvl3pPr>
            <a:lvl4pPr algn="l">
              <a:defRPr sz="2250" b="1">
                <a:solidFill>
                  <a:srgbClr val="FF8A35"/>
                </a:solidFill>
              </a:defRPr>
            </a:lvl4pPr>
            <a:lvl5pPr algn="l">
              <a:defRPr sz="2250" b="1">
                <a:solidFill>
                  <a:srgbClr val="FF8A35"/>
                </a:solidFill>
              </a:defRPr>
            </a:lvl5pPr>
            <a:lvl6pPr algn="l">
              <a:defRPr sz="2250" b="1">
                <a:solidFill>
                  <a:srgbClr val="FF8A35"/>
                </a:solidFill>
              </a:defRPr>
            </a:lvl6pPr>
            <a:lvl7pPr algn="l">
              <a:defRPr sz="2250" b="1">
                <a:solidFill>
                  <a:srgbClr val="FF8A35"/>
                </a:solidFill>
              </a:defRPr>
            </a:lvl7pPr>
            <a:lvl8pPr algn="l">
              <a:defRPr sz="2250" b="1">
                <a:solidFill>
                  <a:srgbClr val="FF8A35"/>
                </a:solidFill>
              </a:defRPr>
            </a:lvl8pPr>
            <a:lvl9pPr algn="l">
              <a:defRPr sz="2250" b="1">
                <a:solidFill>
                  <a:srgbClr val="FF8A35"/>
                </a:solidFill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FF8A35"/>
                </a:solidFill>
              </a:defRPr>
            </a:pPr>
            <a:r>
              <a:rPr sz="2250" b="1">
                <a:solidFill>
                  <a:srgbClr val="FF8A35"/>
                </a:solidFill>
              </a:rPr>
              <a:t>-26%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C8E92B-B348-4328-88C6-325A6EE4E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5148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A9B6BC"/>
                </a:solidFill>
              </a:defRPr>
            </a:defPPr>
            <a:lvl1pPr algn="l">
              <a:defRPr sz="1050" b="0">
                <a:solidFill>
                  <a:srgbClr val="A9B6BC"/>
                </a:solidFill>
              </a:defRPr>
            </a:lvl1pPr>
            <a:lvl2pPr algn="l">
              <a:defRPr sz="1050" b="0">
                <a:solidFill>
                  <a:srgbClr val="A9B6BC"/>
                </a:solidFill>
              </a:defRPr>
            </a:lvl2pPr>
            <a:lvl3pPr algn="l">
              <a:defRPr sz="1050" b="0">
                <a:solidFill>
                  <a:srgbClr val="A9B6BC"/>
                </a:solidFill>
              </a:defRPr>
            </a:lvl3pPr>
            <a:lvl4pPr algn="l">
              <a:defRPr sz="1050" b="0">
                <a:solidFill>
                  <a:srgbClr val="A9B6BC"/>
                </a:solidFill>
              </a:defRPr>
            </a:lvl4pPr>
            <a:lvl5pPr algn="l">
              <a:defRPr sz="1050" b="0">
                <a:solidFill>
                  <a:srgbClr val="A9B6BC"/>
                </a:solidFill>
              </a:defRPr>
            </a:lvl5pPr>
            <a:lvl6pPr algn="l">
              <a:defRPr sz="1050" b="0">
                <a:solidFill>
                  <a:srgbClr val="A9B6BC"/>
                </a:solidFill>
              </a:defRPr>
            </a:lvl6pPr>
            <a:lvl7pPr algn="l">
              <a:defRPr sz="1050" b="0">
                <a:solidFill>
                  <a:srgbClr val="A9B6BC"/>
                </a:solidFill>
              </a:defRPr>
            </a:lvl7pPr>
            <a:lvl8pPr algn="l">
              <a:defRPr sz="1050" b="0">
                <a:solidFill>
                  <a:srgbClr val="A9B6BC"/>
                </a:solidFill>
              </a:defRPr>
            </a:lvl8pPr>
            <a:lvl9pPr algn="l">
              <a:defRPr sz="105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A9B6BC"/>
                </a:solidFill>
              </a:defRPr>
            </a:pPr>
            <a:r>
              <a:rPr sz="1050" b="0">
                <a:solidFill>
                  <a:srgbClr val="A9B6BC"/>
                </a:solidFill>
              </a:rPr>
              <a:t>estimated fuel in matched model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CC54E5-DEA0-440A-9D2E-0568F37A4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5267325"/>
            <a:ext cx="2857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A9B6BC"/>
                </a:solidFill>
              </a:defRPr>
            </a:defPPr>
            <a:lvl1pPr algn="l">
              <a:defRPr sz="1050" b="0">
                <a:solidFill>
                  <a:srgbClr val="A9B6BC"/>
                </a:solidFill>
              </a:defRPr>
            </a:lvl1pPr>
            <a:lvl2pPr algn="l">
              <a:defRPr sz="1050" b="0">
                <a:solidFill>
                  <a:srgbClr val="A9B6BC"/>
                </a:solidFill>
              </a:defRPr>
            </a:lvl2pPr>
            <a:lvl3pPr algn="l">
              <a:defRPr sz="1050" b="0">
                <a:solidFill>
                  <a:srgbClr val="A9B6BC"/>
                </a:solidFill>
              </a:defRPr>
            </a:lvl3pPr>
            <a:lvl4pPr algn="l">
              <a:defRPr sz="1050" b="0">
                <a:solidFill>
                  <a:srgbClr val="A9B6BC"/>
                </a:solidFill>
              </a:defRPr>
            </a:lvl4pPr>
            <a:lvl5pPr algn="l">
              <a:defRPr sz="1050" b="0">
                <a:solidFill>
                  <a:srgbClr val="A9B6BC"/>
                </a:solidFill>
              </a:defRPr>
            </a:lvl5pPr>
            <a:lvl6pPr algn="l">
              <a:defRPr sz="1050" b="0">
                <a:solidFill>
                  <a:srgbClr val="A9B6BC"/>
                </a:solidFill>
              </a:defRPr>
            </a:lvl6pPr>
            <a:lvl7pPr algn="l">
              <a:defRPr sz="1050" b="0">
                <a:solidFill>
                  <a:srgbClr val="A9B6BC"/>
                </a:solidFill>
              </a:defRPr>
            </a:lvl7pPr>
            <a:lvl8pPr algn="l">
              <a:defRPr sz="1050" b="0">
                <a:solidFill>
                  <a:srgbClr val="A9B6BC"/>
                </a:solidFill>
              </a:defRPr>
            </a:lvl8pPr>
            <a:lvl9pPr algn="l">
              <a:defRPr sz="105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A9B6BC"/>
                </a:solidFill>
              </a:defRPr>
            </a:pPr>
            <a:r>
              <a:rPr sz="1050" b="0">
                <a:solidFill>
                  <a:srgbClr val="A9B6BC"/>
                </a:solidFill>
              </a:rPr>
              <a:t>Baseline throughput remains 770 t/h. Results are synthetic model evidence, not measured mine savings.</a:t>
            </a:r>
          </a:p>
        </p:txBody>
      </p:sp>
    </p:spTree>
    <p:extLst>
      <p:ext uri="{BB962C8B-B14F-4D97-AF65-F5344CB8AC3E}">
        <p14:creationId xmlns:p14="http://schemas.microsoft.com/office/powerpoint/2010/main" val="202087799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711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936ED1-2436-4CFE-B300-5EFBCF98A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1ABF35-2169-4A14-B74D-E098C9068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4F7F8"/>
                </a:solidFill>
              </a:defRPr>
            </a:defPPr>
            <a:lvl1pPr algn="l">
              <a:defRPr sz="2550" b="1">
                <a:solidFill>
                  <a:srgbClr val="F4F7F8"/>
                </a:solidFill>
              </a:defRPr>
            </a:lvl1pPr>
            <a:lvl2pPr algn="l">
              <a:defRPr sz="2550" b="1">
                <a:solidFill>
                  <a:srgbClr val="F4F7F8"/>
                </a:solidFill>
              </a:defRPr>
            </a:lvl2pPr>
            <a:lvl3pPr algn="l">
              <a:defRPr sz="2550" b="1">
                <a:solidFill>
                  <a:srgbClr val="F4F7F8"/>
                </a:solidFill>
              </a:defRPr>
            </a:lvl3pPr>
            <a:lvl4pPr algn="l">
              <a:defRPr sz="2550" b="1">
                <a:solidFill>
                  <a:srgbClr val="F4F7F8"/>
                </a:solidFill>
              </a:defRPr>
            </a:lvl4pPr>
            <a:lvl5pPr algn="l">
              <a:defRPr sz="2550" b="1">
                <a:solidFill>
                  <a:srgbClr val="F4F7F8"/>
                </a:solidFill>
              </a:defRPr>
            </a:lvl5pPr>
            <a:lvl6pPr algn="l">
              <a:defRPr sz="2550" b="1">
                <a:solidFill>
                  <a:srgbClr val="F4F7F8"/>
                </a:solidFill>
              </a:defRPr>
            </a:lvl6pPr>
            <a:lvl7pPr algn="l">
              <a:defRPr sz="2550" b="1">
                <a:solidFill>
                  <a:srgbClr val="F4F7F8"/>
                </a:solidFill>
              </a:defRPr>
            </a:lvl7pPr>
            <a:lvl8pPr algn="l">
              <a:defRPr sz="2550" b="1">
                <a:solidFill>
                  <a:srgbClr val="F4F7F8"/>
                </a:solidFill>
              </a:defRPr>
            </a:lvl8pPr>
            <a:lvl9pPr algn="l">
              <a:defRPr sz="2550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4F7F8"/>
                </a:solidFill>
              </a:defRPr>
            </a:pPr>
            <a:r>
              <a:rPr sz="2550" b="1">
                <a:solidFill>
                  <a:srgbClr val="F4F7F8"/>
                </a:solidFill>
              </a:rPr>
              <a:t>A judge can follow the evidence in three minutes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CABC33-661B-437F-AE4F-505A17FD4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572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050" b="1">
                <a:solidFill>
                  <a:srgbClr val="A9B6BC"/>
                </a:solidFill>
              </a:defRPr>
            </a:defPPr>
            <a:lvl1pPr algn="r">
              <a:defRPr sz="1050" b="1">
                <a:solidFill>
                  <a:srgbClr val="A9B6BC"/>
                </a:solidFill>
              </a:defRPr>
            </a:lvl1pPr>
            <a:lvl2pPr algn="r">
              <a:defRPr sz="1050" b="1">
                <a:solidFill>
                  <a:srgbClr val="A9B6BC"/>
                </a:solidFill>
              </a:defRPr>
            </a:lvl2pPr>
            <a:lvl3pPr algn="r">
              <a:defRPr sz="1050" b="1">
                <a:solidFill>
                  <a:srgbClr val="A9B6BC"/>
                </a:solidFill>
              </a:defRPr>
            </a:lvl3pPr>
            <a:lvl4pPr algn="r">
              <a:defRPr sz="1050" b="1">
                <a:solidFill>
                  <a:srgbClr val="A9B6BC"/>
                </a:solidFill>
              </a:defRPr>
            </a:lvl4pPr>
            <a:lvl5pPr algn="r">
              <a:defRPr sz="1050" b="1">
                <a:solidFill>
                  <a:srgbClr val="A9B6BC"/>
                </a:solidFill>
              </a:defRPr>
            </a:lvl5pPr>
            <a:lvl6pPr algn="r">
              <a:defRPr sz="1050" b="1">
                <a:solidFill>
                  <a:srgbClr val="A9B6BC"/>
                </a:solidFill>
              </a:defRPr>
            </a:lvl6pPr>
            <a:lvl7pPr algn="r">
              <a:defRPr sz="1050" b="1">
                <a:solidFill>
                  <a:srgbClr val="A9B6BC"/>
                </a:solidFill>
              </a:defRPr>
            </a:lvl7pPr>
            <a:lvl8pPr algn="r">
              <a:defRPr sz="1050" b="1">
                <a:solidFill>
                  <a:srgbClr val="A9B6BC"/>
                </a:solidFill>
              </a:defRPr>
            </a:lvl8pPr>
            <a:lvl9pPr algn="r">
              <a:defRPr sz="1050" b="1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r">
              <a:defRPr sz="1050" b="1">
                <a:solidFill>
                  <a:srgbClr val="A9B6BC"/>
                </a:solidFill>
              </a:defRPr>
            </a:pPr>
            <a:r>
              <a:rPr sz="1050" b="1">
                <a:solidFill>
                  <a:srgbClr val="A9B6BC"/>
                </a:solidFill>
              </a:rPr>
              <a:t>09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C8AE16-23FC-4CA1-973C-1077726FA4B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6680f40eb642c6"/>
          <a:stretch xmlns:a="http://schemas.openxmlformats.org/drawingml/2006/main"/>
        </p:blipFill>
        <p:spPr>
          <a:xfrm xmlns:a="http://schemas.openxmlformats.org/drawingml/2006/main">
            <a:off x="609600" y="1555254"/>
            <a:ext cx="7000875" cy="3937992"/>
          </a:xfrm>
          <a:prstGeom xmlns:a="http://schemas.openxmlformats.org/drawingml/2006/main" prst="roundRect">
            <a:avLst>
              <a:gd name="adj" fmla="val 2400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17CF81-7502-4F35-9A30-A46DC4580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257300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F4F7F8"/>
                </a:solidFill>
              </a:defRPr>
            </a:defPPr>
            <a:lvl1pPr algn="l">
              <a:defRPr sz="1725" b="1">
                <a:solidFill>
                  <a:srgbClr val="F4F7F8"/>
                </a:solidFill>
              </a:defRPr>
            </a:lvl1pPr>
            <a:lvl2pPr algn="l">
              <a:defRPr sz="1725" b="1">
                <a:solidFill>
                  <a:srgbClr val="F4F7F8"/>
                </a:solidFill>
              </a:defRPr>
            </a:lvl2pPr>
            <a:lvl3pPr algn="l">
              <a:defRPr sz="1725" b="1">
                <a:solidFill>
                  <a:srgbClr val="F4F7F8"/>
                </a:solidFill>
              </a:defRPr>
            </a:lvl3pPr>
            <a:lvl4pPr algn="l">
              <a:defRPr sz="1725" b="1">
                <a:solidFill>
                  <a:srgbClr val="F4F7F8"/>
                </a:solidFill>
              </a:defRPr>
            </a:lvl4pPr>
            <a:lvl5pPr algn="l">
              <a:defRPr sz="1725" b="1">
                <a:solidFill>
                  <a:srgbClr val="F4F7F8"/>
                </a:solidFill>
              </a:defRPr>
            </a:lvl5pPr>
            <a:lvl6pPr algn="l">
              <a:defRPr sz="1725" b="1">
                <a:solidFill>
                  <a:srgbClr val="F4F7F8"/>
                </a:solidFill>
              </a:defRPr>
            </a:lvl6pPr>
            <a:lvl7pPr algn="l">
              <a:defRPr sz="1725" b="1">
                <a:solidFill>
                  <a:srgbClr val="F4F7F8"/>
                </a:solidFill>
              </a:defRPr>
            </a:lvl7pPr>
            <a:lvl8pPr algn="l">
              <a:defRPr sz="1725" b="1">
                <a:solidFill>
                  <a:srgbClr val="F4F7F8"/>
                </a:solidFill>
              </a:defRPr>
            </a:lvl8pPr>
            <a:lvl9pPr algn="l">
              <a:defRPr sz="1725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F4F7F8"/>
                </a:solidFill>
              </a:defRPr>
            </a:pPr>
            <a:r>
              <a:rPr sz="1725" b="1">
                <a:solidFill>
                  <a:srgbClr val="F4F7F8"/>
                </a:solidFill>
              </a:rPr>
              <a:t>Judge route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018CFD-1A9E-42EA-BE9E-FACC612CF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74307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4F7F8"/>
                </a:solidFill>
              </a:defRPr>
            </a:defPPr>
            <a:lvl1pPr algn="l">
              <a:defRPr sz="1350" b="0">
                <a:solidFill>
                  <a:srgbClr val="F4F7F8"/>
                </a:solidFill>
              </a:defRPr>
            </a:lvl1pPr>
            <a:lvl2pPr algn="l">
              <a:defRPr sz="1350" b="0">
                <a:solidFill>
                  <a:srgbClr val="F4F7F8"/>
                </a:solidFill>
              </a:defRPr>
            </a:lvl2pPr>
            <a:lvl3pPr algn="l">
              <a:defRPr sz="1350" b="0">
                <a:solidFill>
                  <a:srgbClr val="F4F7F8"/>
                </a:solidFill>
              </a:defRPr>
            </a:lvl3pPr>
            <a:lvl4pPr algn="l">
              <a:defRPr sz="1350" b="0">
                <a:solidFill>
                  <a:srgbClr val="F4F7F8"/>
                </a:solidFill>
              </a:defRPr>
            </a:lvl4pPr>
            <a:lvl5pPr algn="l">
              <a:defRPr sz="1350" b="0">
                <a:solidFill>
                  <a:srgbClr val="F4F7F8"/>
                </a:solidFill>
              </a:defRPr>
            </a:lvl5pPr>
            <a:lvl6pPr algn="l">
              <a:defRPr sz="1350" b="0">
                <a:solidFill>
                  <a:srgbClr val="F4F7F8"/>
                </a:solidFill>
              </a:defRPr>
            </a:lvl6pPr>
            <a:lvl7pPr algn="l">
              <a:defRPr sz="1350" b="0">
                <a:solidFill>
                  <a:srgbClr val="F4F7F8"/>
                </a:solidFill>
              </a:defRPr>
            </a:lvl7pPr>
            <a:lvl8pPr algn="l">
              <a:defRPr sz="1350" b="0">
                <a:solidFill>
                  <a:srgbClr val="F4F7F8"/>
                </a:solidFill>
              </a:defRPr>
            </a:lvl8pPr>
            <a:lvl9pPr algn="l">
              <a:defRPr sz="1350" b="0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4F7F8"/>
                </a:solidFill>
              </a:defRPr>
            </a:pPr>
            <a:r>
              <a:rPr sz="1350" b="0">
                <a:solidFill>
                  <a:srgbClr val="F4F7F8"/>
                </a:solidFill>
              </a:rPr>
              <a:t>1  Baseline mine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612875-EA70-47DD-B299-310B23CC5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25742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4F7F8"/>
                </a:solidFill>
              </a:defRPr>
            </a:defPPr>
            <a:lvl1pPr algn="l">
              <a:defRPr sz="1350" b="0">
                <a:solidFill>
                  <a:srgbClr val="F4F7F8"/>
                </a:solidFill>
              </a:defRPr>
            </a:lvl1pPr>
            <a:lvl2pPr algn="l">
              <a:defRPr sz="1350" b="0">
                <a:solidFill>
                  <a:srgbClr val="F4F7F8"/>
                </a:solidFill>
              </a:defRPr>
            </a:lvl2pPr>
            <a:lvl3pPr algn="l">
              <a:defRPr sz="1350" b="0">
                <a:solidFill>
                  <a:srgbClr val="F4F7F8"/>
                </a:solidFill>
              </a:defRPr>
            </a:lvl3pPr>
            <a:lvl4pPr algn="l">
              <a:defRPr sz="1350" b="0">
                <a:solidFill>
                  <a:srgbClr val="F4F7F8"/>
                </a:solidFill>
              </a:defRPr>
            </a:lvl4pPr>
            <a:lvl5pPr algn="l">
              <a:defRPr sz="1350" b="0">
                <a:solidFill>
                  <a:srgbClr val="F4F7F8"/>
                </a:solidFill>
              </a:defRPr>
            </a:lvl5pPr>
            <a:lvl6pPr algn="l">
              <a:defRPr sz="1350" b="0">
                <a:solidFill>
                  <a:srgbClr val="F4F7F8"/>
                </a:solidFill>
              </a:defRPr>
            </a:lvl6pPr>
            <a:lvl7pPr algn="l">
              <a:defRPr sz="1350" b="0">
                <a:solidFill>
                  <a:srgbClr val="F4F7F8"/>
                </a:solidFill>
              </a:defRPr>
            </a:lvl7pPr>
            <a:lvl8pPr algn="l">
              <a:defRPr sz="1350" b="0">
                <a:solidFill>
                  <a:srgbClr val="F4F7F8"/>
                </a:solidFill>
              </a:defRPr>
            </a:lvl8pPr>
            <a:lvl9pPr algn="l">
              <a:defRPr sz="1350" b="0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4F7F8"/>
                </a:solidFill>
              </a:defRPr>
            </a:pPr>
            <a:r>
              <a:rPr sz="1350" b="0">
                <a:solidFill>
                  <a:srgbClr val="F4F7F8"/>
                </a:solidFill>
              </a:rPr>
              <a:t>2  HT-01 breakdown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F7710A-2E8E-42DC-8361-476583F4A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77177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4F7F8"/>
                </a:solidFill>
              </a:defRPr>
            </a:defPPr>
            <a:lvl1pPr algn="l">
              <a:defRPr sz="1350" b="0">
                <a:solidFill>
                  <a:srgbClr val="F4F7F8"/>
                </a:solidFill>
              </a:defRPr>
            </a:lvl1pPr>
            <a:lvl2pPr algn="l">
              <a:defRPr sz="1350" b="0">
                <a:solidFill>
                  <a:srgbClr val="F4F7F8"/>
                </a:solidFill>
              </a:defRPr>
            </a:lvl2pPr>
            <a:lvl3pPr algn="l">
              <a:defRPr sz="1350" b="0">
                <a:solidFill>
                  <a:srgbClr val="F4F7F8"/>
                </a:solidFill>
              </a:defRPr>
            </a:lvl3pPr>
            <a:lvl4pPr algn="l">
              <a:defRPr sz="1350" b="0">
                <a:solidFill>
                  <a:srgbClr val="F4F7F8"/>
                </a:solidFill>
              </a:defRPr>
            </a:lvl4pPr>
            <a:lvl5pPr algn="l">
              <a:defRPr sz="1350" b="0">
                <a:solidFill>
                  <a:srgbClr val="F4F7F8"/>
                </a:solidFill>
              </a:defRPr>
            </a:lvl5pPr>
            <a:lvl6pPr algn="l">
              <a:defRPr sz="1350" b="0">
                <a:solidFill>
                  <a:srgbClr val="F4F7F8"/>
                </a:solidFill>
              </a:defRPr>
            </a:lvl6pPr>
            <a:lvl7pPr algn="l">
              <a:defRPr sz="1350" b="0">
                <a:solidFill>
                  <a:srgbClr val="F4F7F8"/>
                </a:solidFill>
              </a:defRPr>
            </a:lvl7pPr>
            <a:lvl8pPr algn="l">
              <a:defRPr sz="1350" b="0">
                <a:solidFill>
                  <a:srgbClr val="F4F7F8"/>
                </a:solidFill>
              </a:defRPr>
            </a:lvl8pPr>
            <a:lvl9pPr algn="l">
              <a:defRPr sz="1350" b="0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4F7F8"/>
                </a:solidFill>
              </a:defRPr>
            </a:pPr>
            <a:r>
              <a:rPr sz="1350" b="0">
                <a:solidFill>
                  <a:srgbClr val="F4F7F8"/>
                </a:solidFill>
              </a:rPr>
              <a:t>3  Show effect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30D815-598F-463A-9CCA-EE1F522B4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28612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FF8A35"/>
                </a:solidFill>
              </a:defRPr>
            </a:defPPr>
            <a:lvl1pPr algn="l">
              <a:defRPr sz="1350" b="1">
                <a:solidFill>
                  <a:srgbClr val="FF8A35"/>
                </a:solidFill>
              </a:defRPr>
            </a:lvl1pPr>
            <a:lvl2pPr algn="l">
              <a:defRPr sz="1350" b="1">
                <a:solidFill>
                  <a:srgbClr val="FF8A35"/>
                </a:solidFill>
              </a:defRPr>
            </a:lvl2pPr>
            <a:lvl3pPr algn="l">
              <a:defRPr sz="1350" b="1">
                <a:solidFill>
                  <a:srgbClr val="FF8A35"/>
                </a:solidFill>
              </a:defRPr>
            </a:lvl3pPr>
            <a:lvl4pPr algn="l">
              <a:defRPr sz="1350" b="1">
                <a:solidFill>
                  <a:srgbClr val="FF8A35"/>
                </a:solidFill>
              </a:defRPr>
            </a:lvl4pPr>
            <a:lvl5pPr algn="l">
              <a:defRPr sz="1350" b="1">
                <a:solidFill>
                  <a:srgbClr val="FF8A35"/>
                </a:solidFill>
              </a:defRPr>
            </a:lvl5pPr>
            <a:lvl6pPr algn="l">
              <a:defRPr sz="1350" b="1">
                <a:solidFill>
                  <a:srgbClr val="FF8A35"/>
                </a:solidFill>
              </a:defRPr>
            </a:lvl6pPr>
            <a:lvl7pPr algn="l">
              <a:defRPr sz="1350" b="1">
                <a:solidFill>
                  <a:srgbClr val="FF8A35"/>
                </a:solidFill>
              </a:defRPr>
            </a:lvl7pPr>
            <a:lvl8pPr algn="l">
              <a:defRPr sz="1350" b="1">
                <a:solidFill>
                  <a:srgbClr val="FF8A35"/>
                </a:solidFill>
              </a:defRPr>
            </a:lvl8pPr>
            <a:lvl9pPr algn="l">
              <a:defRPr sz="1350" b="1">
                <a:solidFill>
                  <a:srgbClr val="FF8A35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FF8A35"/>
                </a:solidFill>
              </a:defRPr>
            </a:pPr>
            <a:r>
              <a:rPr sz="1350" b="1">
                <a:solidFill>
                  <a:srgbClr val="FF8A35"/>
                </a:solidFill>
              </a:rPr>
              <a:t>4  Decision evidence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F9AEBE-01EB-4C9C-AB67-A547987EA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80047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4F7F8"/>
                </a:solidFill>
              </a:defRPr>
            </a:defPPr>
            <a:lvl1pPr algn="l">
              <a:defRPr sz="1350" b="0">
                <a:solidFill>
                  <a:srgbClr val="F4F7F8"/>
                </a:solidFill>
              </a:defRPr>
            </a:lvl1pPr>
            <a:lvl2pPr algn="l">
              <a:defRPr sz="1350" b="0">
                <a:solidFill>
                  <a:srgbClr val="F4F7F8"/>
                </a:solidFill>
              </a:defRPr>
            </a:lvl2pPr>
            <a:lvl3pPr algn="l">
              <a:defRPr sz="1350" b="0">
                <a:solidFill>
                  <a:srgbClr val="F4F7F8"/>
                </a:solidFill>
              </a:defRPr>
            </a:lvl3pPr>
            <a:lvl4pPr algn="l">
              <a:defRPr sz="1350" b="0">
                <a:solidFill>
                  <a:srgbClr val="F4F7F8"/>
                </a:solidFill>
              </a:defRPr>
            </a:lvl4pPr>
            <a:lvl5pPr algn="l">
              <a:defRPr sz="1350" b="0">
                <a:solidFill>
                  <a:srgbClr val="F4F7F8"/>
                </a:solidFill>
              </a:defRPr>
            </a:lvl5pPr>
            <a:lvl6pPr algn="l">
              <a:defRPr sz="1350" b="0">
                <a:solidFill>
                  <a:srgbClr val="F4F7F8"/>
                </a:solidFill>
              </a:defRPr>
            </a:lvl6pPr>
            <a:lvl7pPr algn="l">
              <a:defRPr sz="1350" b="0">
                <a:solidFill>
                  <a:srgbClr val="F4F7F8"/>
                </a:solidFill>
              </a:defRPr>
            </a:lvl7pPr>
            <a:lvl8pPr algn="l">
              <a:defRPr sz="1350" b="0">
                <a:solidFill>
                  <a:srgbClr val="F4F7F8"/>
                </a:solidFill>
              </a:defRPr>
            </a:lvl8pPr>
            <a:lvl9pPr algn="l">
              <a:defRPr sz="1350" b="0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4F7F8"/>
                </a:solidFill>
              </a:defRPr>
            </a:pPr>
            <a:r>
              <a:rPr sz="1350" b="0">
                <a:solidFill>
                  <a:srgbClr val="F4F7F8"/>
                </a:solidFill>
              </a:rPr>
              <a:t>5  Why trust this?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2BE5EF-04ED-4494-A34E-508C0C1C2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31482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4F7F8"/>
                </a:solidFill>
              </a:defRPr>
            </a:defPPr>
            <a:lvl1pPr algn="l">
              <a:defRPr sz="1350" b="0">
                <a:solidFill>
                  <a:srgbClr val="F4F7F8"/>
                </a:solidFill>
              </a:defRPr>
            </a:lvl1pPr>
            <a:lvl2pPr algn="l">
              <a:defRPr sz="1350" b="0">
                <a:solidFill>
                  <a:srgbClr val="F4F7F8"/>
                </a:solidFill>
              </a:defRPr>
            </a:lvl2pPr>
            <a:lvl3pPr algn="l">
              <a:defRPr sz="1350" b="0">
                <a:solidFill>
                  <a:srgbClr val="F4F7F8"/>
                </a:solidFill>
              </a:defRPr>
            </a:lvl3pPr>
            <a:lvl4pPr algn="l">
              <a:defRPr sz="1350" b="0">
                <a:solidFill>
                  <a:srgbClr val="F4F7F8"/>
                </a:solidFill>
              </a:defRPr>
            </a:lvl4pPr>
            <a:lvl5pPr algn="l">
              <a:defRPr sz="1350" b="0">
                <a:solidFill>
                  <a:srgbClr val="F4F7F8"/>
                </a:solidFill>
              </a:defRPr>
            </a:lvl5pPr>
            <a:lvl6pPr algn="l">
              <a:defRPr sz="1350" b="0">
                <a:solidFill>
                  <a:srgbClr val="F4F7F8"/>
                </a:solidFill>
              </a:defRPr>
            </a:lvl6pPr>
            <a:lvl7pPr algn="l">
              <a:defRPr sz="1350" b="0">
                <a:solidFill>
                  <a:srgbClr val="F4F7F8"/>
                </a:solidFill>
              </a:defRPr>
            </a:lvl7pPr>
            <a:lvl8pPr algn="l">
              <a:defRPr sz="1350" b="0">
                <a:solidFill>
                  <a:srgbClr val="F4F7F8"/>
                </a:solidFill>
              </a:defRPr>
            </a:lvl8pPr>
            <a:lvl9pPr algn="l">
              <a:defRPr sz="1350" b="0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4F7F8"/>
                </a:solidFill>
              </a:defRPr>
            </a:pPr>
            <a:r>
              <a:rPr sz="1350" b="0">
                <a:solidFill>
                  <a:srgbClr val="F4F7F8"/>
                </a:solidFill>
              </a:rPr>
              <a:t>6  Overview and reset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8C1C34-CA97-4CE1-97A1-94D59F3D4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5095875"/>
            <a:ext cx="31432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162A32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A76287-4030-478C-AE38-4536FE23D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5114925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32D6C5"/>
                </a:solidFill>
              </a:defRPr>
            </a:defPPr>
            <a:lvl1pPr algn="ctr">
              <a:defRPr sz="975" b="1">
                <a:solidFill>
                  <a:srgbClr val="32D6C5"/>
                </a:solidFill>
              </a:defRPr>
            </a:lvl1pPr>
            <a:lvl2pPr algn="ctr">
              <a:defRPr sz="975" b="1">
                <a:solidFill>
                  <a:srgbClr val="32D6C5"/>
                </a:solidFill>
              </a:defRPr>
            </a:lvl2pPr>
            <a:lvl3pPr algn="ctr">
              <a:defRPr sz="975" b="1">
                <a:solidFill>
                  <a:srgbClr val="32D6C5"/>
                </a:solidFill>
              </a:defRPr>
            </a:lvl3pPr>
            <a:lvl4pPr algn="ctr">
              <a:defRPr sz="975" b="1">
                <a:solidFill>
                  <a:srgbClr val="32D6C5"/>
                </a:solidFill>
              </a:defRPr>
            </a:lvl4pPr>
            <a:lvl5pPr algn="ctr">
              <a:defRPr sz="975" b="1">
                <a:solidFill>
                  <a:srgbClr val="32D6C5"/>
                </a:solidFill>
              </a:defRPr>
            </a:lvl5pPr>
            <a:lvl6pPr algn="ctr">
              <a:defRPr sz="975" b="1">
                <a:solidFill>
                  <a:srgbClr val="32D6C5"/>
                </a:solidFill>
              </a:defRPr>
            </a:lvl6pPr>
            <a:lvl7pPr algn="ctr">
              <a:defRPr sz="975" b="1">
                <a:solidFill>
                  <a:srgbClr val="32D6C5"/>
                </a:solidFill>
              </a:defRPr>
            </a:lvl7pPr>
            <a:lvl8pPr algn="ctr">
              <a:defRPr sz="975" b="1">
                <a:solidFill>
                  <a:srgbClr val="32D6C5"/>
                </a:solidFill>
              </a:defRPr>
            </a:lvl8pPr>
            <a:lvl9pPr algn="ctr">
              <a:defRPr sz="975" b="1">
                <a:solidFill>
                  <a:srgbClr val="32D6C5"/>
                </a:solidFill>
              </a:defRPr>
            </a:lvl9pPr>
          </a:lstStyle>
          <a:p xmlns:a="http://schemas.openxmlformats.org/drawingml/2006/main">
            <a:pPr algn="ctr">
              <a:defRPr sz="975" b="1">
                <a:solidFill>
                  <a:srgbClr val="32D6C5"/>
                </a:solidFill>
              </a:defRPr>
            </a:pPr>
            <a:r>
              <a:rPr sz="975" b="1">
                <a:solidFill>
                  <a:srgbClr val="32D6C5"/>
                </a:solidFill>
              </a:rPr>
              <a:t>http://localhost:4173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1DA0D2-D541-4C08-9E02-45B748E86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5572125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A9B6BC"/>
                </a:solidFill>
              </a:defRPr>
            </a:defPPr>
            <a:lvl1pPr algn="l">
              <a:defRPr sz="1050" b="0">
                <a:solidFill>
                  <a:srgbClr val="A9B6BC"/>
                </a:solidFill>
              </a:defRPr>
            </a:lvl1pPr>
            <a:lvl2pPr algn="l">
              <a:defRPr sz="1050" b="0">
                <a:solidFill>
                  <a:srgbClr val="A9B6BC"/>
                </a:solidFill>
              </a:defRPr>
            </a:lvl2pPr>
            <a:lvl3pPr algn="l">
              <a:defRPr sz="1050" b="0">
                <a:solidFill>
                  <a:srgbClr val="A9B6BC"/>
                </a:solidFill>
              </a:defRPr>
            </a:lvl3pPr>
            <a:lvl4pPr algn="l">
              <a:defRPr sz="1050" b="0">
                <a:solidFill>
                  <a:srgbClr val="A9B6BC"/>
                </a:solidFill>
              </a:defRPr>
            </a:lvl4pPr>
            <a:lvl5pPr algn="l">
              <a:defRPr sz="1050" b="0">
                <a:solidFill>
                  <a:srgbClr val="A9B6BC"/>
                </a:solidFill>
              </a:defRPr>
            </a:lvl5pPr>
            <a:lvl6pPr algn="l">
              <a:defRPr sz="1050" b="0">
                <a:solidFill>
                  <a:srgbClr val="A9B6BC"/>
                </a:solidFill>
              </a:defRPr>
            </a:lvl6pPr>
            <a:lvl7pPr algn="l">
              <a:defRPr sz="1050" b="0">
                <a:solidFill>
                  <a:srgbClr val="A9B6BC"/>
                </a:solidFill>
              </a:defRPr>
            </a:lvl7pPr>
            <a:lvl8pPr algn="l">
              <a:defRPr sz="1050" b="0">
                <a:solidFill>
                  <a:srgbClr val="A9B6BC"/>
                </a:solidFill>
              </a:defRPr>
            </a:lvl8pPr>
            <a:lvl9pPr algn="l">
              <a:defRPr sz="105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A9B6BC"/>
                </a:solidFill>
              </a:defRPr>
            </a:pPr>
            <a:r>
              <a:rPr sz="1050" b="0">
                <a:solidFill>
                  <a:srgbClr val="A9B6BC"/>
                </a:solidFill>
              </a:rPr>
              <a:t>Scope: decision demonstration, not an engineering design, safety system or site forecast.</a:t>
            </a:r>
          </a:p>
        </p:txBody>
      </p:sp>
    </p:spTree>
    <p:extLst>
      <p:ext uri="{BB962C8B-B14F-4D97-AF65-F5344CB8AC3E}">
        <p14:creationId xmlns:p14="http://schemas.microsoft.com/office/powerpoint/2010/main" val="49463876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2026-10-25T06:25:26.6320000Z</dcterms:created>
  <dcterms:modified xsi:type="dcterms:W3CDTF">2026-10-25T06:25:26.6320000Z</dcterms:modified>
</coreProperties>
</file>