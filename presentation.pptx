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bace9cb5e049d9" /><Relationship Type="http://schemas.openxmlformats.org/officeDocument/2006/relationships/extended-properties" Target="/docProps/app.xml" Id="R08abd74656984694" /><Relationship Type="http://schemas.openxmlformats.org/officeDocument/2006/relationships/officeDocument" Target="/ppt/presentation.xml" Id="R3a81ae8b15da41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908d62dd4a402f"/>
  </p:sldMasterIdLst>
  <p:notesMasterIdLst>
    <p:notesMasterId xmlns:r="http://schemas.openxmlformats.org/officeDocument/2006/relationships" r:id="R900482a10da24b43"/>
  </p:notesMasterIdLst>
  <p:sldIdLst>
    <p:sldId xmlns:r="http://schemas.openxmlformats.org/officeDocument/2006/relationships" id="256" r:id="Rd7390ef300b449c5"/>
    <p:sldId xmlns:r="http://schemas.openxmlformats.org/officeDocument/2006/relationships" id="257" r:id="Rd0d788b386ba4684"/>
    <p:sldId xmlns:r="http://schemas.openxmlformats.org/officeDocument/2006/relationships" id="258" r:id="R2c28fcac5e4e4234"/>
    <p:sldId xmlns:r="http://schemas.openxmlformats.org/officeDocument/2006/relationships" id="259" r:id="R18a0ba1f3f2246cd"/>
    <p:sldId xmlns:r="http://schemas.openxmlformats.org/officeDocument/2006/relationships" id="260" r:id="R704f53a29a63486c"/>
    <p:sldId xmlns:r="http://schemas.openxmlformats.org/officeDocument/2006/relationships" id="261" r:id="R75864e37bb88419c"/>
    <p:sldId xmlns:r="http://schemas.openxmlformats.org/officeDocument/2006/relationships" id="262" r:id="R4b18650474714ee6"/>
    <p:sldId xmlns:r="http://schemas.openxmlformats.org/officeDocument/2006/relationships" id="263" r:id="Rf16df50372224053"/>
    <p:sldId xmlns:r="http://schemas.openxmlformats.org/officeDocument/2006/relationships" id="264" r:id="R44352fd51bcc4e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5eb6c5c33347cf" /><Relationship Type="http://schemas.openxmlformats.org/officeDocument/2006/relationships/slideMaster" Target="/ppt/slideMasters/slideMaster1.xml" Id="R55908d62dd4a402f" /><Relationship Type="http://schemas.openxmlformats.org/officeDocument/2006/relationships/notesMaster" Target="/ppt/notesMasters/notesMaster1.xml" Id="R900482a10da24b43" /><Relationship Type="http://schemas.openxmlformats.org/officeDocument/2006/relationships/presProps" Target="/ppt/presProps.xml" Id="Rc18fa0bdb21348e7" /><Relationship Type="http://schemas.openxmlformats.org/officeDocument/2006/relationships/tableStyles" Target="/ppt/tableStyles.xml" Id="Rf4a7beb4cec544c1" /><Relationship Type="http://schemas.openxmlformats.org/officeDocument/2006/relationships/slide" Target="/ppt/slides/slide1.xml" Id="Rd7390ef300b449c5" /><Relationship Type="http://schemas.openxmlformats.org/officeDocument/2006/relationships/slide" Target="/ppt/slides/slide2.xml" Id="Rd0d788b386ba4684" /><Relationship Type="http://schemas.openxmlformats.org/officeDocument/2006/relationships/slide" Target="/ppt/slides/slide3.xml" Id="R2c28fcac5e4e4234" /><Relationship Type="http://schemas.openxmlformats.org/officeDocument/2006/relationships/slide" Target="/ppt/slides/slide4.xml" Id="R18a0ba1f3f2246cd" /><Relationship Type="http://schemas.openxmlformats.org/officeDocument/2006/relationships/slide" Target="/ppt/slides/slide5.xml" Id="R704f53a29a63486c" /><Relationship Type="http://schemas.openxmlformats.org/officeDocument/2006/relationships/slide" Target="/ppt/slides/slide6.xml" Id="R75864e37bb88419c" /><Relationship Type="http://schemas.openxmlformats.org/officeDocument/2006/relationships/slide" Target="/ppt/slides/slide7.xml" Id="R4b18650474714ee6" /><Relationship Type="http://schemas.openxmlformats.org/officeDocument/2006/relationships/slide" Target="/ppt/slides/slide8.xml" Id="Rf16df50372224053" /><Relationship Type="http://schemas.openxmlformats.org/officeDocument/2006/relationships/slide" Target="/ppt/slides/slide9.xml" Id="R44352fd51bcc4e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1c57af269c4a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8e4e934cce4b50" /><Relationship Type="http://schemas.openxmlformats.org/officeDocument/2006/relationships/notesMaster" Target="/ppt/notesMasters/notesMaster1.xml" Id="R59f618fa46694b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9be034b11e4ba4" /><Relationship Type="http://schemas.openxmlformats.org/officeDocument/2006/relationships/notesMaster" Target="/ppt/notesMasters/notesMaster1.xml" Id="R4d5bb0327ad44d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86c774f4d24470" /><Relationship Type="http://schemas.openxmlformats.org/officeDocument/2006/relationships/notesMaster" Target="/ppt/notesMasters/notesMaster1.xml" Id="R6dbe5b0f52044b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76c93ef7914aaf" /><Relationship Type="http://schemas.openxmlformats.org/officeDocument/2006/relationships/notesMaster" Target="/ppt/notesMasters/notesMaster1.xml" Id="R3d6ed2e2aa2d4b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d62a5b60f44858" /><Relationship Type="http://schemas.openxmlformats.org/officeDocument/2006/relationships/notesMaster" Target="/ppt/notesMasters/notesMaster1.xml" Id="R868d4034b9ca41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42dd0fd9944394" /><Relationship Type="http://schemas.openxmlformats.org/officeDocument/2006/relationships/notesMaster" Target="/ppt/notesMasters/notesMaster1.xml" Id="Rb31199a8806842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8f5b39962f41d7" /><Relationship Type="http://schemas.openxmlformats.org/officeDocument/2006/relationships/notesMaster" Target="/ppt/notesMasters/notesMaster1.xml" Id="R11dd64885da04c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317156706c44f3" /><Relationship Type="http://schemas.openxmlformats.org/officeDocument/2006/relationships/notesMaster" Target="/ppt/notesMasters/notesMaster1.xml" Id="R43591135d41542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2a2d51d49e84040" /><Relationship Type="http://schemas.openxmlformats.org/officeDocument/2006/relationships/notesMaster" Target="/ppt/notesMasters/notesMaster1.xml" Id="R85e148152e864b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817416d92c4d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1e6bffa40f4fc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1b553eb331459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1bbd32d9f1407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268b0f2e1745b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a5346c5e374a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5F108E-58ED-4F16-BEEA-549FFFFF01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2CCE004-2936-4A83-8ED3-AFEB23EAF8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5F8280C-8A0E-497E-88A8-936CE13EAD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60F4C-3C1A-4B7C-B388-A6E72AC9C4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FE49796-2639-4FB2-90AD-994F6365B4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765AAA2-FBFD-49F1-8A2E-1AF46D8230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4CF6062-1D91-4DAB-B9BC-D8866E24E3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0473252-DD44-4617-9B22-1B9C4EBE6AD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D4A561-DC33-4C6A-BD6D-5EDBA34B3A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418C170-157B-4E56-94E8-11B634A387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6af6aef60b4213" /><Relationship Type="http://schemas.openxmlformats.org/officeDocument/2006/relationships/slideLayout" Target="/ppt/slideLayouts/slideLayout1.xml" Id="Ra0e2731c64964e6b" /><Relationship Type="http://schemas.openxmlformats.org/officeDocument/2006/relationships/slideLayout" Target="/ppt/slideLayouts/slideLayout2.xml" Id="R512aaba8cab74b69" /><Relationship Type="http://schemas.openxmlformats.org/officeDocument/2006/relationships/slideLayout" Target="/ppt/slideLayouts/slideLayout3.xml" Id="R8180c7185ac9476e" /><Relationship Type="http://schemas.openxmlformats.org/officeDocument/2006/relationships/slideLayout" Target="/ppt/slideLayouts/slideLayout4.xml" Id="R1eed18b43eca4e42" /><Relationship Type="http://schemas.openxmlformats.org/officeDocument/2006/relationships/slideLayout" Target="/ppt/slideLayouts/slideLayout5.xml" Id="R27af0c5dcb98461c" /><Relationship Type="http://schemas.openxmlformats.org/officeDocument/2006/relationships/slideLayout" Target="/ppt/slideLayouts/slideLayout6.xml" Id="Re92e759551d744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e2731c64964e6b"/>
    <p:sldLayoutId xmlns:r="http://schemas.openxmlformats.org/officeDocument/2006/relationships" id="2147483650" r:id="R512aaba8cab74b69"/>
    <p:sldLayoutId xmlns:r="http://schemas.openxmlformats.org/officeDocument/2006/relationships" id="2147483651" r:id="R8180c7185ac9476e"/>
    <p:sldLayoutId xmlns:r="http://schemas.openxmlformats.org/officeDocument/2006/relationships" id="2147483652" r:id="R1eed18b43eca4e42"/>
    <p:sldLayoutId xmlns:r="http://schemas.openxmlformats.org/officeDocument/2006/relationships" id="2147483653" r:id="R27af0c5dcb98461c"/>
    <p:sldLayoutId xmlns:r="http://schemas.openxmlformats.org/officeDocument/2006/relationships" id="2147483654" r:id="Re92e759551d744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818c4fab844601" /><Relationship Type="http://schemas.openxmlformats.org/officeDocument/2006/relationships/notesSlide" Target="/ppt/notesSlides/notesSlide1.xml" Id="R459521faf24b4e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a9acacf1fe4347" /><Relationship Type="http://schemas.openxmlformats.org/officeDocument/2006/relationships/notesSlide" Target="/ppt/notesSlides/notesSlide2.xml" Id="Re8f6af4b364d43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c877cd433f45b0" /><Relationship Type="http://schemas.openxmlformats.org/officeDocument/2006/relationships/notesSlide" Target="/ppt/notesSlides/notesSlide3.xml" Id="R1a7635ea2f5747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17cd3abe5c4b93" /><Relationship Type="http://schemas.openxmlformats.org/officeDocument/2006/relationships/notesSlide" Target="/ppt/notesSlides/notesSlide4.xml" Id="Rd8bbc79ec3154b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ca94244a614a83" /><Relationship Type="http://schemas.openxmlformats.org/officeDocument/2006/relationships/notesSlide" Target="/ppt/notesSlides/notesSlide5.xml" Id="Rdba2b9969b7a4c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652ed93e7e4339" /><Relationship Type="http://schemas.openxmlformats.org/officeDocument/2006/relationships/notesSlide" Target="/ppt/notesSlides/notesSlide6.xml" Id="Rbdff96f3cdae4b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aed85f927e4920" /><Relationship Type="http://schemas.openxmlformats.org/officeDocument/2006/relationships/chart" Target="/ppt/slides/charts/chart1.xml" Id="R724e7a4e08774798" /><Relationship Type="http://schemas.openxmlformats.org/officeDocument/2006/relationships/notesSlide" Target="/ppt/notesSlides/notesSlide7.xml" Id="R64e3ede5e45644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57847db4e94e2e" /><Relationship Type="http://schemas.openxmlformats.org/officeDocument/2006/relationships/notesSlide" Target="/ppt/notesSlides/notesSlide8.xml" Id="R341d9e412c7d47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de92432ce3436d" /><Relationship Type="http://schemas.openxmlformats.org/officeDocument/2006/relationships/notesSlide" Target="/ppt/notesSlides/notesSlide9.xml" Id="Rc22abf4c4f5a49b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Projected throughput (t/h)</c:v>
          </c:tx>
          <c:spPr>
            <a:solidFill xmlns:a="http://schemas.openxmlformats.org/drawingml/2006/main">
              <a:srgbClr val="FF8A35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Baseline</c:v>
                </c:pt>
                <c:pt idx="1">
                  <c:v>Truck breakdown</c:v>
                </c:pt>
                <c:pt idx="2">
                  <c:v>Road closure</c:v>
                </c:pt>
                <c:pt idx="3">
                  <c:v>Crusher slowdown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900</c:v>
                </c:pt>
                <c:pt idx="1">
                  <c:v>747</c:v>
                </c:pt>
                <c:pt idx="2">
                  <c:v>648</c:v>
                </c:pt>
                <c:pt idx="3">
                  <c:v>495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31505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E8CDD3-21FE-40FC-A4B1-83F43772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52B8B4-FB76-403E-8C32-0986F8BF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0"/>
            <a:ext cx="466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379345-73E5-4E69-BD46-E119045A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809625"/>
            <a:ext cx="37147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B3640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8255C-A8C0-4E85-B5EF-2F550538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1171575"/>
            <a:ext cx="3262313" cy="3262313"/>
          </a:xfrm>
          <a:prstGeom xmlns:a="http://schemas.openxmlformats.org/drawingml/2006/main" prst="roundRect">
            <a:avLst>
              <a:gd name="adj" fmla="val 2336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F577B-A115-445C-AC22-1D9BEDC3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1533525"/>
            <a:ext cx="2809875" cy="2809875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1B3640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91A4D-496F-43CD-9DAF-F47E7D8E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895475"/>
            <a:ext cx="2357438" cy="2357438"/>
          </a:xfrm>
          <a:prstGeom xmlns:a="http://schemas.openxmlformats.org/drawingml/2006/main" prst="roundRect">
            <a:avLst>
              <a:gd name="adj" fmla="val 323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358584-C5DC-4931-9A71-6CB58DA8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257425"/>
            <a:ext cx="19050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B3640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72C62A-332C-46E7-9E23-59066A0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619375"/>
            <a:ext cx="1452563" cy="1452563"/>
          </a:xfrm>
          <a:prstGeom xmlns:a="http://schemas.openxmlformats.org/drawingml/2006/main" prst="roundRect">
            <a:avLst>
              <a:gd name="adj" fmla="val 5246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29184A-DC95-4FE9-BAF9-DC30E1C0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2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8215A-AC1B-4189-BF9D-6BA25B30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2476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6B85E-A4AC-4E6B-AEC5-FF539607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2950"/>
            <a:ext cx="2247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32D6C5"/>
                </a:solidFill>
              </a:defRPr>
            </a:defPPr>
            <a:lvl1pPr algn="ctr">
              <a:defRPr sz="975" b="1">
                <a:solidFill>
                  <a:srgbClr val="32D6C5"/>
                </a:solidFill>
              </a:defRPr>
            </a:lvl1pPr>
            <a:lvl2pPr algn="ctr">
              <a:defRPr sz="975" b="1">
                <a:solidFill>
                  <a:srgbClr val="32D6C5"/>
                </a:solidFill>
              </a:defRPr>
            </a:lvl2pPr>
            <a:lvl3pPr algn="ctr">
              <a:defRPr sz="975" b="1">
                <a:solidFill>
                  <a:srgbClr val="32D6C5"/>
                </a:solidFill>
              </a:defRPr>
            </a:lvl3pPr>
            <a:lvl4pPr algn="ctr">
              <a:defRPr sz="975" b="1">
                <a:solidFill>
                  <a:srgbClr val="32D6C5"/>
                </a:solidFill>
              </a:defRPr>
            </a:lvl4pPr>
            <a:lvl5pPr algn="ctr">
              <a:defRPr sz="975" b="1">
                <a:solidFill>
                  <a:srgbClr val="32D6C5"/>
                </a:solidFill>
              </a:defRPr>
            </a:lvl5pPr>
            <a:lvl6pPr algn="ctr">
              <a:defRPr sz="975" b="1">
                <a:solidFill>
                  <a:srgbClr val="32D6C5"/>
                </a:solidFill>
              </a:defRPr>
            </a:lvl6pPr>
            <a:lvl7pPr algn="ctr">
              <a:defRPr sz="975" b="1">
                <a:solidFill>
                  <a:srgbClr val="32D6C5"/>
                </a:solidFill>
              </a:defRPr>
            </a:lvl7pPr>
            <a:lvl8pPr algn="ctr">
              <a:defRPr sz="975" b="1">
                <a:solidFill>
                  <a:srgbClr val="32D6C5"/>
                </a:solidFill>
              </a:defRPr>
            </a:lvl8pPr>
            <a:lvl9pPr algn="ctr">
              <a:defRPr sz="9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32D6C5"/>
                </a:solidFill>
              </a:defRPr>
            </a:pPr>
            <a:r>
              <a:rPr sz="975" b="1">
                <a:solidFill>
                  <a:srgbClr val="32D6C5"/>
                </a:solidFill>
              </a:rPr>
              <a:t>DIGITAL MINE ON OPENGIZ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DADB7D-9D20-4DD0-B2D3-B45BEF46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050" b="1">
                <a:solidFill>
                  <a:srgbClr val="F4F7F8"/>
                </a:solidFill>
              </a:defRPr>
            </a:defPPr>
            <a:lvl1pPr algn="l">
              <a:defRPr sz="4050" b="1">
                <a:solidFill>
                  <a:srgbClr val="F4F7F8"/>
                </a:solidFill>
              </a:defRPr>
            </a:lvl1pPr>
            <a:lvl2pPr algn="l">
              <a:defRPr sz="4050" b="1">
                <a:solidFill>
                  <a:srgbClr val="F4F7F8"/>
                </a:solidFill>
              </a:defRPr>
            </a:lvl2pPr>
            <a:lvl3pPr algn="l">
              <a:defRPr sz="4050" b="1">
                <a:solidFill>
                  <a:srgbClr val="F4F7F8"/>
                </a:solidFill>
              </a:defRPr>
            </a:lvl3pPr>
            <a:lvl4pPr algn="l">
              <a:defRPr sz="4050" b="1">
                <a:solidFill>
                  <a:srgbClr val="F4F7F8"/>
                </a:solidFill>
              </a:defRPr>
            </a:lvl4pPr>
            <a:lvl5pPr algn="l">
              <a:defRPr sz="4050" b="1">
                <a:solidFill>
                  <a:srgbClr val="F4F7F8"/>
                </a:solidFill>
              </a:defRPr>
            </a:lvl5pPr>
            <a:lvl6pPr algn="l">
              <a:defRPr sz="4050" b="1">
                <a:solidFill>
                  <a:srgbClr val="F4F7F8"/>
                </a:solidFill>
              </a:defRPr>
            </a:lvl6pPr>
            <a:lvl7pPr algn="l">
              <a:defRPr sz="4050" b="1">
                <a:solidFill>
                  <a:srgbClr val="F4F7F8"/>
                </a:solidFill>
              </a:defRPr>
            </a:lvl7pPr>
            <a:lvl8pPr algn="l">
              <a:defRPr sz="4050" b="1">
                <a:solidFill>
                  <a:srgbClr val="F4F7F8"/>
                </a:solidFill>
              </a:defRPr>
            </a:lvl8pPr>
            <a:lvl9pPr algn="l">
              <a:defRPr sz="40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4050" b="1">
                <a:solidFill>
                  <a:srgbClr val="F4F7F8"/>
                </a:solidFill>
              </a:defRPr>
            </a:pPr>
            <a:r>
              <a:rPr sz="4050" b="1">
                <a:solidFill>
                  <a:srgbClr val="F4F7F8"/>
                </a:solidFill>
              </a:rPr>
              <a:t>Ademix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8CDCA9-C3D2-485E-9F74-C29A6976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FF8A35"/>
                </a:solidFill>
              </a:defRPr>
            </a:defPPr>
            <a:lvl1pPr algn="l">
              <a:defRPr sz="2850" b="1">
                <a:solidFill>
                  <a:srgbClr val="FF8A35"/>
                </a:solidFill>
              </a:defRPr>
            </a:lvl1pPr>
            <a:lvl2pPr algn="l">
              <a:defRPr sz="2850" b="1">
                <a:solidFill>
                  <a:srgbClr val="FF8A35"/>
                </a:solidFill>
              </a:defRPr>
            </a:lvl2pPr>
            <a:lvl3pPr algn="l">
              <a:defRPr sz="2850" b="1">
                <a:solidFill>
                  <a:srgbClr val="FF8A35"/>
                </a:solidFill>
              </a:defRPr>
            </a:lvl3pPr>
            <a:lvl4pPr algn="l">
              <a:defRPr sz="2850" b="1">
                <a:solidFill>
                  <a:srgbClr val="FF8A35"/>
                </a:solidFill>
              </a:defRPr>
            </a:lvl4pPr>
            <a:lvl5pPr algn="l">
              <a:defRPr sz="2850" b="1">
                <a:solidFill>
                  <a:srgbClr val="FF8A35"/>
                </a:solidFill>
              </a:defRPr>
            </a:lvl5pPr>
            <a:lvl6pPr algn="l">
              <a:defRPr sz="2850" b="1">
                <a:solidFill>
                  <a:srgbClr val="FF8A35"/>
                </a:solidFill>
              </a:defRPr>
            </a:lvl6pPr>
            <a:lvl7pPr algn="l">
              <a:defRPr sz="2850" b="1">
                <a:solidFill>
                  <a:srgbClr val="FF8A35"/>
                </a:solidFill>
              </a:defRPr>
            </a:lvl7pPr>
            <a:lvl8pPr algn="l">
              <a:defRPr sz="2850" b="1">
                <a:solidFill>
                  <a:srgbClr val="FF8A35"/>
                </a:solidFill>
              </a:defRPr>
            </a:lvl8pPr>
            <a:lvl9pPr algn="l">
              <a:defRPr sz="28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F8A35"/>
                </a:solidFill>
              </a:defRPr>
            </a:pPr>
            <a:r>
              <a:rPr sz="2850" b="1">
                <a:solidFill>
                  <a:srgbClr val="FF8A35"/>
                </a:solidFill>
              </a:rPr>
              <a:t>3D open-pit operations twin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79A8C-1C53-4981-BCE1-C1F13B4B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581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A9B6BC"/>
                </a:solidFill>
              </a:defRPr>
            </a:defPPr>
            <a:lvl1pPr algn="l">
              <a:defRPr sz="1725" b="0">
                <a:solidFill>
                  <a:srgbClr val="A9B6BC"/>
                </a:solidFill>
              </a:defRPr>
            </a:lvl1pPr>
            <a:lvl2pPr algn="l">
              <a:defRPr sz="1725" b="0">
                <a:solidFill>
                  <a:srgbClr val="A9B6BC"/>
                </a:solidFill>
              </a:defRPr>
            </a:lvl2pPr>
            <a:lvl3pPr algn="l">
              <a:defRPr sz="1725" b="0">
                <a:solidFill>
                  <a:srgbClr val="A9B6BC"/>
                </a:solidFill>
              </a:defRPr>
            </a:lvl3pPr>
            <a:lvl4pPr algn="l">
              <a:defRPr sz="1725" b="0">
                <a:solidFill>
                  <a:srgbClr val="A9B6BC"/>
                </a:solidFill>
              </a:defRPr>
            </a:lvl4pPr>
            <a:lvl5pPr algn="l">
              <a:defRPr sz="1725" b="0">
                <a:solidFill>
                  <a:srgbClr val="A9B6BC"/>
                </a:solidFill>
              </a:defRPr>
            </a:lvl5pPr>
            <a:lvl6pPr algn="l">
              <a:defRPr sz="1725" b="0">
                <a:solidFill>
                  <a:srgbClr val="A9B6BC"/>
                </a:solidFill>
              </a:defRPr>
            </a:lvl6pPr>
            <a:lvl7pPr algn="l">
              <a:defRPr sz="1725" b="0">
                <a:solidFill>
                  <a:srgbClr val="A9B6BC"/>
                </a:solidFill>
              </a:defRPr>
            </a:lvl7pPr>
            <a:lvl8pPr algn="l">
              <a:defRPr sz="1725" b="0">
                <a:solidFill>
                  <a:srgbClr val="A9B6BC"/>
                </a:solidFill>
              </a:defRPr>
            </a:lvl8pPr>
            <a:lvl9pPr algn="l">
              <a:defRPr sz="17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A9B6BC"/>
                </a:solidFill>
              </a:defRPr>
            </a:pPr>
            <a:r>
              <a:rPr sz="1725" b="0">
                <a:solidFill>
                  <a:srgbClr val="A9B6BC"/>
                </a:solidFill>
              </a:rPr>
              <a:t>A connected haulage and crushing simulation built for decisions, not decoration.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89DACF-79BD-4BCB-84EF-3926EA64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4F7F8"/>
                </a:solidFill>
              </a:defRPr>
            </a:defPPr>
            <a:lvl1pPr algn="l">
              <a:defRPr sz="1275" b="1">
                <a:solidFill>
                  <a:srgbClr val="F4F7F8"/>
                </a:solidFill>
              </a:defRPr>
            </a:lvl1pPr>
            <a:lvl2pPr algn="l">
              <a:defRPr sz="1275" b="1">
                <a:solidFill>
                  <a:srgbClr val="F4F7F8"/>
                </a:solidFill>
              </a:defRPr>
            </a:lvl2pPr>
            <a:lvl3pPr algn="l">
              <a:defRPr sz="1275" b="1">
                <a:solidFill>
                  <a:srgbClr val="F4F7F8"/>
                </a:solidFill>
              </a:defRPr>
            </a:lvl3pPr>
            <a:lvl4pPr algn="l">
              <a:defRPr sz="1275" b="1">
                <a:solidFill>
                  <a:srgbClr val="F4F7F8"/>
                </a:solidFill>
              </a:defRPr>
            </a:lvl4pPr>
            <a:lvl5pPr algn="l">
              <a:defRPr sz="1275" b="1">
                <a:solidFill>
                  <a:srgbClr val="F4F7F8"/>
                </a:solidFill>
              </a:defRPr>
            </a:lvl5pPr>
            <a:lvl6pPr algn="l">
              <a:defRPr sz="1275" b="1">
                <a:solidFill>
                  <a:srgbClr val="F4F7F8"/>
                </a:solidFill>
              </a:defRPr>
            </a:lvl6pPr>
            <a:lvl7pPr algn="l">
              <a:defRPr sz="1275" b="1">
                <a:solidFill>
                  <a:srgbClr val="F4F7F8"/>
                </a:solidFill>
              </a:defRPr>
            </a:lvl7pPr>
            <a:lvl8pPr algn="l">
              <a:defRPr sz="1275" b="1">
                <a:solidFill>
                  <a:srgbClr val="F4F7F8"/>
                </a:solidFill>
              </a:defRPr>
            </a:lvl8pPr>
            <a:lvl9pPr algn="l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Ahmad Shah Yawar  •  Turken Gulzat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6BE6A6-9EA7-4A18-AF70-340FD94E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Al-Farabi Kazakh National University</a:t>
            </a:r>
          </a:p>
        </p:txBody>
      </p:sp>
    </p:spTree>
    <p:extLst>
      <p:ext uri="{BB962C8B-B14F-4D97-AF65-F5344CB8AC3E}">
        <p14:creationId xmlns:p14="http://schemas.microsoft.com/office/powerpoint/2010/main" val="2810457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89A9B7-7F8A-4FF6-98FB-F4CF1299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A1AFCF-2A9A-4317-B2C5-A90AECA3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One disruption changes the whole production chain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B7A1F-0421-4CC9-ACD5-DD04654A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904E9A-7195-49B0-994F-0C5C46C2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A9B6BC"/>
                </a:solidFill>
              </a:defRPr>
            </a:defPPr>
            <a:lvl1pPr algn="l">
              <a:defRPr sz="1575" b="0">
                <a:solidFill>
                  <a:srgbClr val="A9B6BC"/>
                </a:solidFill>
              </a:defRPr>
            </a:lvl1pPr>
            <a:lvl2pPr algn="l">
              <a:defRPr sz="1575" b="0">
                <a:solidFill>
                  <a:srgbClr val="A9B6BC"/>
                </a:solidFill>
              </a:defRPr>
            </a:lvl2pPr>
            <a:lvl3pPr algn="l">
              <a:defRPr sz="1575" b="0">
                <a:solidFill>
                  <a:srgbClr val="A9B6BC"/>
                </a:solidFill>
              </a:defRPr>
            </a:lvl3pPr>
            <a:lvl4pPr algn="l">
              <a:defRPr sz="1575" b="0">
                <a:solidFill>
                  <a:srgbClr val="A9B6BC"/>
                </a:solidFill>
              </a:defRPr>
            </a:lvl4pPr>
            <a:lvl5pPr algn="l">
              <a:defRPr sz="1575" b="0">
                <a:solidFill>
                  <a:srgbClr val="A9B6BC"/>
                </a:solidFill>
              </a:defRPr>
            </a:lvl5pPr>
            <a:lvl6pPr algn="l">
              <a:defRPr sz="1575" b="0">
                <a:solidFill>
                  <a:srgbClr val="A9B6BC"/>
                </a:solidFill>
              </a:defRPr>
            </a:lvl6pPr>
            <a:lvl7pPr algn="l">
              <a:defRPr sz="1575" b="0">
                <a:solidFill>
                  <a:srgbClr val="A9B6BC"/>
                </a:solidFill>
              </a:defRPr>
            </a:lvl7pPr>
            <a:lvl8pPr algn="l">
              <a:defRPr sz="1575" b="0">
                <a:solidFill>
                  <a:srgbClr val="A9B6BC"/>
                </a:solidFill>
              </a:defRPr>
            </a:lvl8pPr>
            <a:lvl9pPr algn="l">
              <a:defRPr sz="157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9B6BC"/>
                </a:solidFill>
              </a:defRPr>
            </a:pPr>
            <a:r>
              <a:rPr sz="1575" b="0">
                <a:solidFill>
                  <a:srgbClr val="A9B6BC"/>
                </a:solidFill>
              </a:rPr>
              <a:t>Dispatchers need to see consequences across equipment, roads, stockpiles and the crusher in one place.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25655-5DA3-4EA8-A534-2695D9A2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32D6C5"/>
                </a:solidFill>
              </a:defRPr>
            </a:defPPr>
            <a:lvl1pPr algn="l">
              <a:defRPr sz="1950" b="1">
                <a:solidFill>
                  <a:srgbClr val="32D6C5"/>
                </a:solidFill>
              </a:defRPr>
            </a:lvl1pPr>
            <a:lvl2pPr algn="l">
              <a:defRPr sz="1950" b="1">
                <a:solidFill>
                  <a:srgbClr val="32D6C5"/>
                </a:solidFill>
              </a:defRPr>
            </a:lvl2pPr>
            <a:lvl3pPr algn="l">
              <a:defRPr sz="1950" b="1">
                <a:solidFill>
                  <a:srgbClr val="32D6C5"/>
                </a:solidFill>
              </a:defRPr>
            </a:lvl3pPr>
            <a:lvl4pPr algn="l">
              <a:defRPr sz="1950" b="1">
                <a:solidFill>
                  <a:srgbClr val="32D6C5"/>
                </a:solidFill>
              </a:defRPr>
            </a:lvl4pPr>
            <a:lvl5pPr algn="l">
              <a:defRPr sz="1950" b="1">
                <a:solidFill>
                  <a:srgbClr val="32D6C5"/>
                </a:solidFill>
              </a:defRPr>
            </a:lvl5pPr>
            <a:lvl6pPr algn="l">
              <a:defRPr sz="1950" b="1">
                <a:solidFill>
                  <a:srgbClr val="32D6C5"/>
                </a:solidFill>
              </a:defRPr>
            </a:lvl6pPr>
            <a:lvl7pPr algn="l">
              <a:defRPr sz="1950" b="1">
                <a:solidFill>
                  <a:srgbClr val="32D6C5"/>
                </a:solidFill>
              </a:defRPr>
            </a:lvl7pPr>
            <a:lvl8pPr algn="l">
              <a:defRPr sz="1950" b="1">
                <a:solidFill>
                  <a:srgbClr val="32D6C5"/>
                </a:solidFill>
              </a:defRPr>
            </a:lvl8pPr>
            <a:lvl9pPr algn="l">
              <a:defRPr sz="19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32D6C5"/>
                </a:solidFill>
              </a:defRPr>
            </a:pPr>
            <a:r>
              <a:rPr sz="1950" b="1">
                <a:solidFill>
                  <a:srgbClr val="32D6C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29A56-0BA6-4557-ADCD-646B35DE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05000"/>
            <a:ext cx="190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C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46623-1263-4D98-9C15-E32EA2D2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050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Observe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366FB8-96C4-4C1F-8B0B-CCBFDCC6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05000"/>
            <a:ext cx="709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Live state for trucks, excavator, road, ROM pad and crusher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FF771-A063-497A-9D49-BBB025E5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FF8A35"/>
                </a:solidFill>
              </a:defRPr>
            </a:defPPr>
            <a:lvl1pPr algn="l">
              <a:defRPr sz="1950" b="1">
                <a:solidFill>
                  <a:srgbClr val="FF8A35"/>
                </a:solidFill>
              </a:defRPr>
            </a:lvl1pPr>
            <a:lvl2pPr algn="l">
              <a:defRPr sz="1950" b="1">
                <a:solidFill>
                  <a:srgbClr val="FF8A35"/>
                </a:solidFill>
              </a:defRPr>
            </a:lvl2pPr>
            <a:lvl3pPr algn="l">
              <a:defRPr sz="1950" b="1">
                <a:solidFill>
                  <a:srgbClr val="FF8A35"/>
                </a:solidFill>
              </a:defRPr>
            </a:lvl3pPr>
            <a:lvl4pPr algn="l">
              <a:defRPr sz="1950" b="1">
                <a:solidFill>
                  <a:srgbClr val="FF8A35"/>
                </a:solidFill>
              </a:defRPr>
            </a:lvl4pPr>
            <a:lvl5pPr algn="l">
              <a:defRPr sz="1950" b="1">
                <a:solidFill>
                  <a:srgbClr val="FF8A35"/>
                </a:solidFill>
              </a:defRPr>
            </a:lvl5pPr>
            <a:lvl6pPr algn="l">
              <a:defRPr sz="1950" b="1">
                <a:solidFill>
                  <a:srgbClr val="FF8A35"/>
                </a:solidFill>
              </a:defRPr>
            </a:lvl6pPr>
            <a:lvl7pPr algn="l">
              <a:defRPr sz="1950" b="1">
                <a:solidFill>
                  <a:srgbClr val="FF8A35"/>
                </a:solidFill>
              </a:defRPr>
            </a:lvl7pPr>
            <a:lvl8pPr algn="l">
              <a:defRPr sz="1950" b="1">
                <a:solidFill>
                  <a:srgbClr val="FF8A35"/>
                </a:solidFill>
              </a:defRPr>
            </a:lvl8pPr>
            <a:lvl9pPr algn="l">
              <a:defRPr sz="19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F8A35"/>
                </a:solidFill>
              </a:defRPr>
            </a:pPr>
            <a:r>
              <a:rPr sz="1950" b="1">
                <a:solidFill>
                  <a:srgbClr val="FF8A35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1FA04-99A9-4C75-8361-FE5B1630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90875"/>
            <a:ext cx="190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22A8C7-ECA0-4D61-842F-B941A3C1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908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Intervene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BF52E-0AC4-4B4E-A0A3-5606970F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90875"/>
            <a:ext cx="709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Trigger breakdown, road closure or crusher slowdown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A0642-A1B2-4FEC-9546-D647331C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7DDA8A"/>
                </a:solidFill>
              </a:defRPr>
            </a:defPPr>
            <a:lvl1pPr algn="l">
              <a:defRPr sz="1950" b="1">
                <a:solidFill>
                  <a:srgbClr val="7DDA8A"/>
                </a:solidFill>
              </a:defRPr>
            </a:lvl1pPr>
            <a:lvl2pPr algn="l">
              <a:defRPr sz="1950" b="1">
                <a:solidFill>
                  <a:srgbClr val="7DDA8A"/>
                </a:solidFill>
              </a:defRPr>
            </a:lvl2pPr>
            <a:lvl3pPr algn="l">
              <a:defRPr sz="1950" b="1">
                <a:solidFill>
                  <a:srgbClr val="7DDA8A"/>
                </a:solidFill>
              </a:defRPr>
            </a:lvl3pPr>
            <a:lvl4pPr algn="l">
              <a:defRPr sz="1950" b="1">
                <a:solidFill>
                  <a:srgbClr val="7DDA8A"/>
                </a:solidFill>
              </a:defRPr>
            </a:lvl4pPr>
            <a:lvl5pPr algn="l">
              <a:defRPr sz="1950" b="1">
                <a:solidFill>
                  <a:srgbClr val="7DDA8A"/>
                </a:solidFill>
              </a:defRPr>
            </a:lvl5pPr>
            <a:lvl6pPr algn="l">
              <a:defRPr sz="1950" b="1">
                <a:solidFill>
                  <a:srgbClr val="7DDA8A"/>
                </a:solidFill>
              </a:defRPr>
            </a:lvl6pPr>
            <a:lvl7pPr algn="l">
              <a:defRPr sz="1950" b="1">
                <a:solidFill>
                  <a:srgbClr val="7DDA8A"/>
                </a:solidFill>
              </a:defRPr>
            </a:lvl7pPr>
            <a:lvl8pPr algn="l">
              <a:defRPr sz="1950" b="1">
                <a:solidFill>
                  <a:srgbClr val="7DDA8A"/>
                </a:solidFill>
              </a:defRPr>
            </a:lvl8pPr>
            <a:lvl9pPr algn="l">
              <a:defRPr sz="1950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7DDA8A"/>
                </a:solidFill>
              </a:defRPr>
            </a:pPr>
            <a:r>
              <a:rPr sz="1950" b="1">
                <a:solidFill>
                  <a:srgbClr val="7DDA8A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7E73BB-5177-469D-94BF-92F04296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76750"/>
            <a:ext cx="190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DC1A6A-0DC0-4512-8BF7-9160139C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76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4F7F8"/>
                </a:solidFill>
              </a:defRPr>
            </a:defPPr>
            <a:lvl1pPr algn="l">
              <a:defRPr sz="1875" b="1">
                <a:solidFill>
                  <a:srgbClr val="F4F7F8"/>
                </a:solidFill>
              </a:defRPr>
            </a:lvl1pPr>
            <a:lvl2pPr algn="l">
              <a:defRPr sz="1875" b="1">
                <a:solidFill>
                  <a:srgbClr val="F4F7F8"/>
                </a:solidFill>
              </a:defRPr>
            </a:lvl2pPr>
            <a:lvl3pPr algn="l">
              <a:defRPr sz="1875" b="1">
                <a:solidFill>
                  <a:srgbClr val="F4F7F8"/>
                </a:solidFill>
              </a:defRPr>
            </a:lvl3pPr>
            <a:lvl4pPr algn="l">
              <a:defRPr sz="1875" b="1">
                <a:solidFill>
                  <a:srgbClr val="F4F7F8"/>
                </a:solidFill>
              </a:defRPr>
            </a:lvl4pPr>
            <a:lvl5pPr algn="l">
              <a:defRPr sz="1875" b="1">
                <a:solidFill>
                  <a:srgbClr val="F4F7F8"/>
                </a:solidFill>
              </a:defRPr>
            </a:lvl5pPr>
            <a:lvl6pPr algn="l">
              <a:defRPr sz="1875" b="1">
                <a:solidFill>
                  <a:srgbClr val="F4F7F8"/>
                </a:solidFill>
              </a:defRPr>
            </a:lvl6pPr>
            <a:lvl7pPr algn="l">
              <a:defRPr sz="1875" b="1">
                <a:solidFill>
                  <a:srgbClr val="F4F7F8"/>
                </a:solidFill>
              </a:defRPr>
            </a:lvl7pPr>
            <a:lvl8pPr algn="l">
              <a:defRPr sz="1875" b="1">
                <a:solidFill>
                  <a:srgbClr val="F4F7F8"/>
                </a:solidFill>
              </a:defRPr>
            </a:lvl8pPr>
            <a:lvl9pPr algn="l">
              <a:defRPr sz="18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4F7F8"/>
                </a:solidFill>
              </a:defRPr>
            </a:pPr>
            <a:r>
              <a:rPr sz="1875" b="1">
                <a:solidFill>
                  <a:srgbClr val="F4F7F8"/>
                </a:solidFill>
              </a:rPr>
              <a:t>Compare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6B7B80-EE5A-4DF7-8F55-3FB5C601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476750"/>
            <a:ext cx="709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9B6BC"/>
                </a:solidFill>
              </a:defRPr>
            </a:defPPr>
            <a:lvl1pPr algn="l">
              <a:defRPr sz="1350" b="0">
                <a:solidFill>
                  <a:srgbClr val="A9B6BC"/>
                </a:solidFill>
              </a:defRPr>
            </a:lvl1pPr>
            <a:lvl2pPr algn="l">
              <a:defRPr sz="1350" b="0">
                <a:solidFill>
                  <a:srgbClr val="A9B6BC"/>
                </a:solidFill>
              </a:defRPr>
            </a:lvl2pPr>
            <a:lvl3pPr algn="l">
              <a:defRPr sz="1350" b="0">
                <a:solidFill>
                  <a:srgbClr val="A9B6BC"/>
                </a:solidFill>
              </a:defRPr>
            </a:lvl3pPr>
            <a:lvl4pPr algn="l">
              <a:defRPr sz="1350" b="0">
                <a:solidFill>
                  <a:srgbClr val="A9B6BC"/>
                </a:solidFill>
              </a:defRPr>
            </a:lvl4pPr>
            <a:lvl5pPr algn="l">
              <a:defRPr sz="1350" b="0">
                <a:solidFill>
                  <a:srgbClr val="A9B6BC"/>
                </a:solidFill>
              </a:defRPr>
            </a:lvl5pPr>
            <a:lvl6pPr algn="l">
              <a:defRPr sz="1350" b="0">
                <a:solidFill>
                  <a:srgbClr val="A9B6BC"/>
                </a:solidFill>
              </a:defRPr>
            </a:lvl6pPr>
            <a:lvl7pPr algn="l">
              <a:defRPr sz="1350" b="0">
                <a:solidFill>
                  <a:srgbClr val="A9B6BC"/>
                </a:solidFill>
              </a:defRPr>
            </a:lvl7pPr>
            <a:lvl8pPr algn="l">
              <a:defRPr sz="1350" b="0">
                <a:solidFill>
                  <a:srgbClr val="A9B6BC"/>
                </a:solidFill>
              </a:defRPr>
            </a:lvl8pPr>
            <a:lvl9pPr algn="l">
              <a:defRPr sz="13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9B6BC"/>
                </a:solidFill>
              </a:defRPr>
            </a:pPr>
            <a:r>
              <a:rPr sz="1350" b="0">
                <a:solidFill>
                  <a:srgbClr val="A9B6BC"/>
                </a:solidFill>
              </a:rPr>
              <a:t>Read projected throughput against the 900 t/h baseline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9C1CFB-E53B-45B1-A1F2-F0A6A901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810250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8800F-F90B-4F38-B704-F421FF93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8293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8A35"/>
                </a:solidFill>
              </a:defRPr>
            </a:defPPr>
            <a:lvl1pPr algn="ctr">
              <a:defRPr sz="975" b="1">
                <a:solidFill>
                  <a:srgbClr val="FF8A35"/>
                </a:solidFill>
              </a:defRPr>
            </a:lvl1pPr>
            <a:lvl2pPr algn="ctr">
              <a:defRPr sz="975" b="1">
                <a:solidFill>
                  <a:srgbClr val="FF8A35"/>
                </a:solidFill>
              </a:defRPr>
            </a:lvl2pPr>
            <a:lvl3pPr algn="ctr">
              <a:defRPr sz="975" b="1">
                <a:solidFill>
                  <a:srgbClr val="FF8A35"/>
                </a:solidFill>
              </a:defRPr>
            </a:lvl3pPr>
            <a:lvl4pPr algn="ctr">
              <a:defRPr sz="975" b="1">
                <a:solidFill>
                  <a:srgbClr val="FF8A35"/>
                </a:solidFill>
              </a:defRPr>
            </a:lvl4pPr>
            <a:lvl5pPr algn="ctr">
              <a:defRPr sz="975" b="1">
                <a:solidFill>
                  <a:srgbClr val="FF8A35"/>
                </a:solidFill>
              </a:defRPr>
            </a:lvl5pPr>
            <a:lvl6pPr algn="ctr">
              <a:defRPr sz="975" b="1">
                <a:solidFill>
                  <a:srgbClr val="FF8A35"/>
                </a:solidFill>
              </a:defRPr>
            </a:lvl6pPr>
            <a:lvl7pPr algn="ctr">
              <a:defRPr sz="975" b="1">
                <a:solidFill>
                  <a:srgbClr val="FF8A35"/>
                </a:solidFill>
              </a:defRPr>
            </a:lvl7pPr>
            <a:lvl8pPr algn="ctr">
              <a:defRPr sz="975" b="1">
                <a:solidFill>
                  <a:srgbClr val="FF8A35"/>
                </a:solidFill>
              </a:defRPr>
            </a:lvl8pPr>
            <a:lvl9pPr algn="ctr">
              <a:defRPr sz="9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FF8A35"/>
                </a:solidFill>
              </a:defRPr>
            </a:pPr>
            <a:r>
              <a:rPr sz="975" b="1">
                <a:solidFill>
                  <a:srgbClr val="FF8A35"/>
                </a:solidFill>
              </a:rPr>
              <a:t>DECISION LOOP</a:t>
            </a:r>
          </a:p>
        </p:txBody>
      </p:sp>
    </p:spTree>
    <p:extLst>
      <p:ext uri="{BB962C8B-B14F-4D97-AF65-F5344CB8AC3E}">
        <p14:creationId xmlns:p14="http://schemas.microsoft.com/office/powerpoint/2010/main" val="3666018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17DA46-01EB-473F-9A98-90146B9C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D8715-9744-4D2C-839A-C7D50136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OpenEgiz is the source of truth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4E144-3CC5-4E14-9BF7-0725B617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0FE58-CEF0-46C8-9674-21F37085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The browser does not invent mine state. Telemetry flows through MQTT into Eclipse Ditto twins, then the interface reads it through the API.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2D6034-34BB-4038-871A-813FBA73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598F8-291B-4E8D-AB10-BF3617BC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Python simulator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0D1DD6-FCF8-486D-80C8-F6833638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1942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Deterministic events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16D62-EA0F-4982-BF1F-0F8B5C8C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33625"/>
            <a:ext cx="147637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40EE0-ECCD-4BEE-8F9C-636218BE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543175"/>
            <a:ext cx="1171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MQTT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639631-78D8-43E3-AD1D-5D2A2088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19425"/>
            <a:ext cx="1247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Telemetry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3AC2DF-31F2-4233-A78B-FFE2E1A9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33625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7E38E-BD9F-4F03-87DC-027CCFB7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543175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Eclipse Ditto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5905C5-C57E-4D00-94F5-F9A94571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01942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11 digital twins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F92E7F-3159-4618-A6A7-0A9059CD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333625"/>
            <a:ext cx="1619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E0A70-9385-4F9E-B77A-12114FD1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543175"/>
            <a:ext cx="1314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Twin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D94F4B-0602-4373-98F0-D51E3315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0194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Read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D58F73-6B90-418B-953E-D9AF1DC8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33625"/>
            <a:ext cx="2381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41D768-DC2E-47FC-A462-1B6BBD1A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543175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F4F7F8"/>
                </a:solidFill>
              </a:defRPr>
            </a:defPPr>
            <a:lvl1pPr algn="ctr">
              <a:defRPr sz="1575" b="1">
                <a:solidFill>
                  <a:srgbClr val="F4F7F8"/>
                </a:solidFill>
              </a:defRPr>
            </a:lvl1pPr>
            <a:lvl2pPr algn="ctr">
              <a:defRPr sz="1575" b="1">
                <a:solidFill>
                  <a:srgbClr val="F4F7F8"/>
                </a:solidFill>
              </a:defRPr>
            </a:lvl2pPr>
            <a:lvl3pPr algn="ctr">
              <a:defRPr sz="1575" b="1">
                <a:solidFill>
                  <a:srgbClr val="F4F7F8"/>
                </a:solidFill>
              </a:defRPr>
            </a:lvl3pPr>
            <a:lvl4pPr algn="ctr">
              <a:defRPr sz="1575" b="1">
                <a:solidFill>
                  <a:srgbClr val="F4F7F8"/>
                </a:solidFill>
              </a:defRPr>
            </a:lvl4pPr>
            <a:lvl5pPr algn="ctr">
              <a:defRPr sz="1575" b="1">
                <a:solidFill>
                  <a:srgbClr val="F4F7F8"/>
                </a:solidFill>
              </a:defRPr>
            </a:lvl5pPr>
            <a:lvl6pPr algn="ctr">
              <a:defRPr sz="1575" b="1">
                <a:solidFill>
                  <a:srgbClr val="F4F7F8"/>
                </a:solidFill>
              </a:defRPr>
            </a:lvl6pPr>
            <a:lvl7pPr algn="ctr">
              <a:defRPr sz="1575" b="1">
                <a:solidFill>
                  <a:srgbClr val="F4F7F8"/>
                </a:solidFill>
              </a:defRPr>
            </a:lvl7pPr>
            <a:lvl8pPr algn="ctr">
              <a:defRPr sz="1575" b="1">
                <a:solidFill>
                  <a:srgbClr val="F4F7F8"/>
                </a:solidFill>
              </a:defRPr>
            </a:lvl8pPr>
            <a:lvl9pPr algn="ctr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React + Three.js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7D275D-FBD2-417C-89A8-372359F3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019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A9B6BC"/>
                </a:solidFill>
              </a:defRPr>
            </a:defPPr>
            <a:lvl1pPr algn="ctr">
              <a:defRPr sz="1050" b="0">
                <a:solidFill>
                  <a:srgbClr val="A9B6BC"/>
                </a:solidFill>
              </a:defRPr>
            </a:lvl1pPr>
            <a:lvl2pPr algn="ctr">
              <a:defRPr sz="1050" b="0">
                <a:solidFill>
                  <a:srgbClr val="A9B6BC"/>
                </a:solidFill>
              </a:defRPr>
            </a:lvl2pPr>
            <a:lvl3pPr algn="ctr">
              <a:defRPr sz="1050" b="0">
                <a:solidFill>
                  <a:srgbClr val="A9B6BC"/>
                </a:solidFill>
              </a:defRPr>
            </a:lvl3pPr>
            <a:lvl4pPr algn="ctr">
              <a:defRPr sz="1050" b="0">
                <a:solidFill>
                  <a:srgbClr val="A9B6BC"/>
                </a:solidFill>
              </a:defRPr>
            </a:lvl4pPr>
            <a:lvl5pPr algn="ctr">
              <a:defRPr sz="1050" b="0">
                <a:solidFill>
                  <a:srgbClr val="A9B6BC"/>
                </a:solidFill>
              </a:defRPr>
            </a:lvl5pPr>
            <a:lvl6pPr algn="ctr">
              <a:defRPr sz="1050" b="0">
                <a:solidFill>
                  <a:srgbClr val="A9B6BC"/>
                </a:solidFill>
              </a:defRPr>
            </a:lvl6pPr>
            <a:lvl7pPr algn="ctr">
              <a:defRPr sz="1050" b="0">
                <a:solidFill>
                  <a:srgbClr val="A9B6BC"/>
                </a:solidFill>
              </a:defRPr>
            </a:lvl7pPr>
            <a:lvl8pPr algn="ctr">
              <a:defRPr sz="1050" b="0">
                <a:solidFill>
                  <a:srgbClr val="A9B6BC"/>
                </a:solidFill>
              </a:defRPr>
            </a:lvl8pPr>
            <a:lvl9pPr algn="ctr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ctr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3D command 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BD2C0E-A978-4359-BF12-6BB4439E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622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E3A47E-DE21-487A-9350-53AC510A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9622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7A7FD1-84E7-4DB6-B243-7C9E5C0A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9622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787DB3-B319-4FCD-AEE5-23847269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962275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B6CA45-8744-40F5-B3B2-EEA9EAB7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29125"/>
            <a:ext cx="55721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4FED3-D454-49A4-B7FC-1345B4E0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005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2D6C5"/>
                </a:solidFill>
              </a:defRPr>
            </a:defPPr>
            <a:lvl1pPr algn="l">
              <a:defRPr sz="1350" b="1">
                <a:solidFill>
                  <a:srgbClr val="32D6C5"/>
                </a:solidFill>
              </a:defRPr>
            </a:lvl1pPr>
            <a:lvl2pPr algn="l">
              <a:defRPr sz="1350" b="1">
                <a:solidFill>
                  <a:srgbClr val="32D6C5"/>
                </a:solidFill>
              </a:defRPr>
            </a:lvl2pPr>
            <a:lvl3pPr algn="l">
              <a:defRPr sz="1350" b="1">
                <a:solidFill>
                  <a:srgbClr val="32D6C5"/>
                </a:solidFill>
              </a:defRPr>
            </a:lvl3pPr>
            <a:lvl4pPr algn="l">
              <a:defRPr sz="1350" b="1">
                <a:solidFill>
                  <a:srgbClr val="32D6C5"/>
                </a:solidFill>
              </a:defRPr>
            </a:lvl4pPr>
            <a:lvl5pPr algn="l">
              <a:defRPr sz="1350" b="1">
                <a:solidFill>
                  <a:srgbClr val="32D6C5"/>
                </a:solidFill>
              </a:defRPr>
            </a:lvl5pPr>
            <a:lvl6pPr algn="l">
              <a:defRPr sz="1350" b="1">
                <a:solidFill>
                  <a:srgbClr val="32D6C5"/>
                </a:solidFill>
              </a:defRPr>
            </a:lvl6pPr>
            <a:lvl7pPr algn="l">
              <a:defRPr sz="1350" b="1">
                <a:solidFill>
                  <a:srgbClr val="32D6C5"/>
                </a:solidFill>
              </a:defRPr>
            </a:lvl7pPr>
            <a:lvl8pPr algn="l">
              <a:defRPr sz="1350" b="1">
                <a:solidFill>
                  <a:srgbClr val="32D6C5"/>
                </a:solidFill>
              </a:defRPr>
            </a:lvl8pPr>
            <a:lvl9pPr algn="l">
              <a:defRPr sz="13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2D6C5"/>
                </a:solidFill>
              </a:defRPr>
            </a:pPr>
            <a:r>
              <a:rPr sz="1350" b="1">
                <a:solidFill>
                  <a:srgbClr val="32D6C5"/>
                </a:solidFill>
              </a:rPr>
              <a:t>InfluxDB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320E43-E423-44D4-A875-50D386D3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244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time-series history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A6CD58-1331-4327-84DD-DC4477EE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6005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2D6C5"/>
                </a:solidFill>
              </a:defRPr>
            </a:defPPr>
            <a:lvl1pPr algn="l">
              <a:defRPr sz="1350" b="1">
                <a:solidFill>
                  <a:srgbClr val="32D6C5"/>
                </a:solidFill>
              </a:defRPr>
            </a:lvl1pPr>
            <a:lvl2pPr algn="l">
              <a:defRPr sz="1350" b="1">
                <a:solidFill>
                  <a:srgbClr val="32D6C5"/>
                </a:solidFill>
              </a:defRPr>
            </a:lvl2pPr>
            <a:lvl3pPr algn="l">
              <a:defRPr sz="1350" b="1">
                <a:solidFill>
                  <a:srgbClr val="32D6C5"/>
                </a:solidFill>
              </a:defRPr>
            </a:lvl3pPr>
            <a:lvl4pPr algn="l">
              <a:defRPr sz="1350" b="1">
                <a:solidFill>
                  <a:srgbClr val="32D6C5"/>
                </a:solidFill>
              </a:defRPr>
            </a:lvl4pPr>
            <a:lvl5pPr algn="l">
              <a:defRPr sz="1350" b="1">
                <a:solidFill>
                  <a:srgbClr val="32D6C5"/>
                </a:solidFill>
              </a:defRPr>
            </a:lvl5pPr>
            <a:lvl6pPr algn="l">
              <a:defRPr sz="1350" b="1">
                <a:solidFill>
                  <a:srgbClr val="32D6C5"/>
                </a:solidFill>
              </a:defRPr>
            </a:lvl6pPr>
            <a:lvl7pPr algn="l">
              <a:defRPr sz="1350" b="1">
                <a:solidFill>
                  <a:srgbClr val="32D6C5"/>
                </a:solidFill>
              </a:defRPr>
            </a:lvl7pPr>
            <a:lvl8pPr algn="l">
              <a:defRPr sz="1350" b="1">
                <a:solidFill>
                  <a:srgbClr val="32D6C5"/>
                </a:solidFill>
              </a:defRPr>
            </a:lvl8pPr>
            <a:lvl9pPr algn="l">
              <a:defRPr sz="1350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2D6C5"/>
                </a:solidFill>
              </a:defRPr>
            </a:pPr>
            <a:r>
              <a:rPr sz="1350" b="1">
                <a:solidFill>
                  <a:srgbClr val="32D6C5"/>
                </a:solidFill>
              </a:rPr>
              <a:t>Grafana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E0AA0E-6C7B-4B79-A207-08C1096E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244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9B6BC"/>
                </a:solidFill>
              </a:defRPr>
            </a:defPPr>
            <a:lvl1pPr algn="l">
              <a:defRPr sz="1050" b="0">
                <a:solidFill>
                  <a:srgbClr val="A9B6BC"/>
                </a:solidFill>
              </a:defRPr>
            </a:lvl1pPr>
            <a:lvl2pPr algn="l">
              <a:defRPr sz="1050" b="0">
                <a:solidFill>
                  <a:srgbClr val="A9B6BC"/>
                </a:solidFill>
              </a:defRPr>
            </a:lvl2pPr>
            <a:lvl3pPr algn="l">
              <a:defRPr sz="1050" b="0">
                <a:solidFill>
                  <a:srgbClr val="A9B6BC"/>
                </a:solidFill>
              </a:defRPr>
            </a:lvl3pPr>
            <a:lvl4pPr algn="l">
              <a:defRPr sz="1050" b="0">
                <a:solidFill>
                  <a:srgbClr val="A9B6BC"/>
                </a:solidFill>
              </a:defRPr>
            </a:lvl4pPr>
            <a:lvl5pPr algn="l">
              <a:defRPr sz="1050" b="0">
                <a:solidFill>
                  <a:srgbClr val="A9B6BC"/>
                </a:solidFill>
              </a:defRPr>
            </a:lvl5pPr>
            <a:lvl6pPr algn="l">
              <a:defRPr sz="1050" b="0">
                <a:solidFill>
                  <a:srgbClr val="A9B6BC"/>
                </a:solidFill>
              </a:defRPr>
            </a:lvl6pPr>
            <a:lvl7pPr algn="l">
              <a:defRPr sz="1050" b="0">
                <a:solidFill>
                  <a:srgbClr val="A9B6BC"/>
                </a:solidFill>
              </a:defRPr>
            </a:lvl7pPr>
            <a:lvl8pPr algn="l">
              <a:defRPr sz="1050" b="0">
                <a:solidFill>
                  <a:srgbClr val="A9B6BC"/>
                </a:solidFill>
              </a:defRPr>
            </a:lvl8pPr>
            <a:lvl9pPr algn="l">
              <a:defRPr sz="105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9B6BC"/>
                </a:solidFill>
              </a:defRPr>
            </a:pPr>
            <a:r>
              <a:rPr sz="1050" b="0">
                <a:solidFill>
                  <a:srgbClr val="A9B6BC"/>
                </a:solidFill>
              </a:rPr>
              <a:t>operational trends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B62AC1-54F3-4A71-A277-E94BCBFA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00450"/>
            <a:ext cx="9525" cy="781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2D6C5"/>
            </a:solidFill>
          </a:ln>
        </p:spPr>
      </p:sp>
    </p:spTree>
    <p:extLst>
      <p:ext uri="{BB962C8B-B14F-4D97-AF65-F5344CB8AC3E}">
        <p14:creationId xmlns:p14="http://schemas.microsoft.com/office/powerpoint/2010/main" val="12425363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ED8FA5-835A-481B-A469-7CFF226E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6B0EA-843B-41EF-AE64-09EFBA1B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Eleven twins describe one connected mine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FF20D-BFD7-413A-9745-E52E8DED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FF8E8-FCB3-45AF-B687-832BD907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Relationships make the model navigable. Features carry operational state, not only geometry.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21B57-5CDA-4584-863A-FFCC3966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571750" cy="319087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79E1A-B716-4966-A6B2-4A8CE27C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81225"/>
            <a:ext cx="2114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2D6C5"/>
                </a:solidFill>
              </a:defRPr>
            </a:defPPr>
            <a:lvl1pPr algn="l">
              <a:defRPr sz="1725" b="1">
                <a:solidFill>
                  <a:srgbClr val="32D6C5"/>
                </a:solidFill>
              </a:defRPr>
            </a:lvl1pPr>
            <a:lvl2pPr algn="l">
              <a:defRPr sz="1725" b="1">
                <a:solidFill>
                  <a:srgbClr val="32D6C5"/>
                </a:solidFill>
              </a:defRPr>
            </a:lvl2pPr>
            <a:lvl3pPr algn="l">
              <a:defRPr sz="1725" b="1">
                <a:solidFill>
                  <a:srgbClr val="32D6C5"/>
                </a:solidFill>
              </a:defRPr>
            </a:lvl3pPr>
            <a:lvl4pPr algn="l">
              <a:defRPr sz="1725" b="1">
                <a:solidFill>
                  <a:srgbClr val="32D6C5"/>
                </a:solidFill>
              </a:defRPr>
            </a:lvl4pPr>
            <a:lvl5pPr algn="l">
              <a:defRPr sz="1725" b="1">
                <a:solidFill>
                  <a:srgbClr val="32D6C5"/>
                </a:solidFill>
              </a:defRPr>
            </a:lvl5pPr>
            <a:lvl6pPr algn="l">
              <a:defRPr sz="1725" b="1">
                <a:solidFill>
                  <a:srgbClr val="32D6C5"/>
                </a:solidFill>
              </a:defRPr>
            </a:lvl6pPr>
            <a:lvl7pPr algn="l">
              <a:defRPr sz="1725" b="1">
                <a:solidFill>
                  <a:srgbClr val="32D6C5"/>
                </a:solidFill>
              </a:defRPr>
            </a:lvl7pPr>
            <a:lvl8pPr algn="l">
              <a:defRPr sz="1725" b="1">
                <a:solidFill>
                  <a:srgbClr val="32D6C5"/>
                </a:solidFill>
              </a:defRPr>
            </a:lvl8pPr>
            <a:lvl9pPr algn="l">
              <a:defRPr sz="17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32D6C5"/>
                </a:solidFill>
              </a:defRPr>
            </a:pPr>
            <a:r>
              <a:rPr sz="1725" b="1">
                <a:solidFill>
                  <a:srgbClr val="32D6C5"/>
                </a:solidFill>
              </a:rPr>
              <a:t>Mine system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CA6DFC-7171-4398-9178-931A414F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2114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7120CD-873F-40E3-A205-A0C668E1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8765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North Pit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57755-553B-4206-9204-7CEEA163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38525"/>
            <a:ext cx="2114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034B02-F5B0-4A20-A317-76BEC07F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514725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Haul road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997AE-DC40-4842-A437-51439C44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2114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F87F87-D88D-4B87-B8D2-5085E8CE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1529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ROM stockpile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901589-FC00-407A-9972-417CD1E8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52625"/>
            <a:ext cx="3524250" cy="3190875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4BBC1-4E14-4391-A6D4-A3A22BD3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181225"/>
            <a:ext cx="3067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F8A35"/>
                </a:solidFill>
              </a:defRPr>
            </a:defPPr>
            <a:lvl1pPr algn="l">
              <a:defRPr sz="1725" b="1">
                <a:solidFill>
                  <a:srgbClr val="FF8A35"/>
                </a:solidFill>
              </a:defRPr>
            </a:lvl1pPr>
            <a:lvl2pPr algn="l">
              <a:defRPr sz="1725" b="1">
                <a:solidFill>
                  <a:srgbClr val="FF8A35"/>
                </a:solidFill>
              </a:defRPr>
            </a:lvl2pPr>
            <a:lvl3pPr algn="l">
              <a:defRPr sz="1725" b="1">
                <a:solidFill>
                  <a:srgbClr val="FF8A35"/>
                </a:solidFill>
              </a:defRPr>
            </a:lvl3pPr>
            <a:lvl4pPr algn="l">
              <a:defRPr sz="1725" b="1">
                <a:solidFill>
                  <a:srgbClr val="FF8A35"/>
                </a:solidFill>
              </a:defRPr>
            </a:lvl4pPr>
            <a:lvl5pPr algn="l">
              <a:defRPr sz="1725" b="1">
                <a:solidFill>
                  <a:srgbClr val="FF8A35"/>
                </a:solidFill>
              </a:defRPr>
            </a:lvl5pPr>
            <a:lvl6pPr algn="l">
              <a:defRPr sz="1725" b="1">
                <a:solidFill>
                  <a:srgbClr val="FF8A35"/>
                </a:solidFill>
              </a:defRPr>
            </a:lvl6pPr>
            <a:lvl7pPr algn="l">
              <a:defRPr sz="1725" b="1">
                <a:solidFill>
                  <a:srgbClr val="FF8A35"/>
                </a:solidFill>
              </a:defRPr>
            </a:lvl7pPr>
            <a:lvl8pPr algn="l">
              <a:defRPr sz="1725" b="1">
                <a:solidFill>
                  <a:srgbClr val="FF8A35"/>
                </a:solidFill>
              </a:defRPr>
            </a:lvl8pPr>
            <a:lvl9pPr algn="l">
              <a:defRPr sz="17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F8A35"/>
                </a:solidFill>
              </a:defRPr>
            </a:pPr>
            <a:r>
              <a:rPr sz="1725" b="1">
                <a:solidFill>
                  <a:srgbClr val="FF8A35"/>
                </a:solidFill>
              </a:rPr>
              <a:t>Mobile fleet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37BD13-8230-41DF-8C89-CC03E49F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00350"/>
            <a:ext cx="30670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24A0E-E5E6-45F4-969C-95272560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765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3 haul trucks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B4EEAB-BFBA-4984-B493-4C3FE25A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38525"/>
            <a:ext cx="30670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35FDF-7C6A-4E55-861D-C2E69350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514725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1 excavator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9BBF7A-B2C1-40A6-BAEE-BC1626AD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76700"/>
            <a:ext cx="30670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F841F-F8AE-4C72-93F4-B7674772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1529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Position • speed • payload • status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238EE9-9F5E-4E25-B585-28161C9E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52625"/>
            <a:ext cx="4000500" cy="3190875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730A41-FA7A-44DC-A2B2-203A67C8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81225"/>
            <a:ext cx="354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32D6C5"/>
                </a:solidFill>
              </a:defRPr>
            </a:defPPr>
            <a:lvl1pPr algn="l">
              <a:defRPr sz="1725" b="1">
                <a:solidFill>
                  <a:srgbClr val="32D6C5"/>
                </a:solidFill>
              </a:defRPr>
            </a:lvl1pPr>
            <a:lvl2pPr algn="l">
              <a:defRPr sz="1725" b="1">
                <a:solidFill>
                  <a:srgbClr val="32D6C5"/>
                </a:solidFill>
              </a:defRPr>
            </a:lvl2pPr>
            <a:lvl3pPr algn="l">
              <a:defRPr sz="1725" b="1">
                <a:solidFill>
                  <a:srgbClr val="32D6C5"/>
                </a:solidFill>
              </a:defRPr>
            </a:lvl3pPr>
            <a:lvl4pPr algn="l">
              <a:defRPr sz="1725" b="1">
                <a:solidFill>
                  <a:srgbClr val="32D6C5"/>
                </a:solidFill>
              </a:defRPr>
            </a:lvl4pPr>
            <a:lvl5pPr algn="l">
              <a:defRPr sz="1725" b="1">
                <a:solidFill>
                  <a:srgbClr val="32D6C5"/>
                </a:solidFill>
              </a:defRPr>
            </a:lvl5pPr>
            <a:lvl6pPr algn="l">
              <a:defRPr sz="1725" b="1">
                <a:solidFill>
                  <a:srgbClr val="32D6C5"/>
                </a:solidFill>
              </a:defRPr>
            </a:lvl6pPr>
            <a:lvl7pPr algn="l">
              <a:defRPr sz="1725" b="1">
                <a:solidFill>
                  <a:srgbClr val="32D6C5"/>
                </a:solidFill>
              </a:defRPr>
            </a:lvl7pPr>
            <a:lvl8pPr algn="l">
              <a:defRPr sz="1725" b="1">
                <a:solidFill>
                  <a:srgbClr val="32D6C5"/>
                </a:solidFill>
              </a:defRPr>
            </a:lvl8pPr>
            <a:lvl9pPr algn="l">
              <a:defRPr sz="17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32D6C5"/>
                </a:solidFill>
              </a:defRPr>
            </a:pPr>
            <a:r>
              <a:rPr sz="1725" b="1">
                <a:solidFill>
                  <a:srgbClr val="32D6C5"/>
                </a:solidFill>
              </a:rPr>
              <a:t>Processing + control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9EE11C-4A74-4467-B63F-51711DAA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00350"/>
            <a:ext cx="354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7151FC-323A-46DB-91A9-7AB5E74C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876550"/>
            <a:ext cx="3257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Crusher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2AE2A1-AF42-4BB3-8D0C-B906005D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38525"/>
            <a:ext cx="354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06ED1-6CAE-427D-AD0B-D0D06233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514725"/>
            <a:ext cx="3257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4F7F8"/>
                </a:solidFill>
              </a:defRPr>
            </a:defPPr>
            <a:lvl1pPr algn="l">
              <a:defRPr sz="1200" b="1">
                <a:solidFill>
                  <a:srgbClr val="F4F7F8"/>
                </a:solidFill>
              </a:defRPr>
            </a:lvl1pPr>
            <a:lvl2pPr algn="l">
              <a:defRPr sz="1200" b="1">
                <a:solidFill>
                  <a:srgbClr val="F4F7F8"/>
                </a:solidFill>
              </a:defRPr>
            </a:lvl2pPr>
            <a:lvl3pPr algn="l">
              <a:defRPr sz="1200" b="1">
                <a:solidFill>
                  <a:srgbClr val="F4F7F8"/>
                </a:solidFill>
              </a:defRPr>
            </a:lvl3pPr>
            <a:lvl4pPr algn="l">
              <a:defRPr sz="1200" b="1">
                <a:solidFill>
                  <a:srgbClr val="F4F7F8"/>
                </a:solidFill>
              </a:defRPr>
            </a:lvl4pPr>
            <a:lvl5pPr algn="l">
              <a:defRPr sz="1200" b="1">
                <a:solidFill>
                  <a:srgbClr val="F4F7F8"/>
                </a:solidFill>
              </a:defRPr>
            </a:lvl5pPr>
            <a:lvl6pPr algn="l">
              <a:defRPr sz="1200" b="1">
                <a:solidFill>
                  <a:srgbClr val="F4F7F8"/>
                </a:solidFill>
              </a:defRPr>
            </a:lvl6pPr>
            <a:lvl7pPr algn="l">
              <a:defRPr sz="1200" b="1">
                <a:solidFill>
                  <a:srgbClr val="F4F7F8"/>
                </a:solidFill>
              </a:defRPr>
            </a:lvl7pPr>
            <a:lvl8pPr algn="l">
              <a:defRPr sz="1200" b="1">
                <a:solidFill>
                  <a:srgbClr val="F4F7F8"/>
                </a:solidFill>
              </a:defRPr>
            </a:lvl8pPr>
            <a:lvl9pPr algn="l">
              <a:defRPr sz="12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7F8"/>
                </a:solidFill>
              </a:defRPr>
            </a:pPr>
            <a:r>
              <a:rPr sz="1200" b="1">
                <a:solidFill>
                  <a:srgbClr val="F4F7F8"/>
                </a:solidFill>
              </a:rPr>
              <a:t>Scenario controller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A8837A-B92E-43EC-9460-712F6CCC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76700"/>
            <a:ext cx="3543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03B6F2-DBFD-4EFD-8D98-5B80CD90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152900"/>
            <a:ext cx="3257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Inventory • processed tonnes • constraints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7539D1-AB43-4A91-BDBC-CCF3F579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8A35"/>
                </a:solidFill>
              </a:defRPr>
            </a:defPPr>
            <a:lvl1pPr algn="l">
              <a:defRPr sz="1125" b="1">
                <a:solidFill>
                  <a:srgbClr val="FF8A35"/>
                </a:solidFill>
              </a:defRPr>
            </a:lvl1pPr>
            <a:lvl2pPr algn="l">
              <a:defRPr sz="1125" b="1">
                <a:solidFill>
                  <a:srgbClr val="FF8A35"/>
                </a:solidFill>
              </a:defRPr>
            </a:lvl2pPr>
            <a:lvl3pPr algn="l">
              <a:defRPr sz="1125" b="1">
                <a:solidFill>
                  <a:srgbClr val="FF8A35"/>
                </a:solidFill>
              </a:defRPr>
            </a:lvl3pPr>
            <a:lvl4pPr algn="l">
              <a:defRPr sz="1125" b="1">
                <a:solidFill>
                  <a:srgbClr val="FF8A35"/>
                </a:solidFill>
              </a:defRPr>
            </a:lvl4pPr>
            <a:lvl5pPr algn="l">
              <a:defRPr sz="1125" b="1">
                <a:solidFill>
                  <a:srgbClr val="FF8A35"/>
                </a:solidFill>
              </a:defRPr>
            </a:lvl5pPr>
            <a:lvl6pPr algn="l">
              <a:defRPr sz="1125" b="1">
                <a:solidFill>
                  <a:srgbClr val="FF8A35"/>
                </a:solidFill>
              </a:defRPr>
            </a:lvl6pPr>
            <a:lvl7pPr algn="l">
              <a:defRPr sz="1125" b="1">
                <a:solidFill>
                  <a:srgbClr val="FF8A35"/>
                </a:solidFill>
              </a:defRPr>
            </a:lvl7pPr>
            <a:lvl8pPr algn="l">
              <a:defRPr sz="1125" b="1">
                <a:solidFill>
                  <a:srgbClr val="FF8A35"/>
                </a:solidFill>
              </a:defRPr>
            </a:lvl8pPr>
            <a:lvl9pPr algn="l">
              <a:defRPr sz="11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8A35"/>
                </a:solidFill>
              </a:defRPr>
            </a:pPr>
            <a:r>
              <a:rPr sz="1125" b="1">
                <a:solidFill>
                  <a:srgbClr val="FF8A35"/>
                </a:solidFill>
              </a:rPr>
              <a:t>Twin relationships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C98244-3834-451C-8E1C-25D555CC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7212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mine → assets → process state → scenario impact</a:t>
            </a:r>
          </a:p>
        </p:txBody>
      </p:sp>
    </p:spTree>
    <p:extLst>
      <p:ext uri="{BB962C8B-B14F-4D97-AF65-F5344CB8AC3E}">
        <p14:creationId xmlns:p14="http://schemas.microsoft.com/office/powerpoint/2010/main" val="13844278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5AF0F5-66EC-4385-A526-BA0899AD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4F9EF8-A61B-42E1-8735-007A10E7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The 3D scene is an operational interface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9FD329-ED38-4FD0-A007-CC4B9E53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7BCA0-1AA9-498E-BA2B-F6AE70DE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72390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0B181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2E062-234D-41C1-85D1-E5DE2BB5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657350"/>
            <a:ext cx="4953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E3C45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D20C3-C08E-44C1-8CAA-B851A074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066925"/>
            <a:ext cx="411480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17313A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D6148-C8FC-48E4-B726-505D7C86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476500"/>
            <a:ext cx="32766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E3C45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0E28D-C9CA-4019-BB6A-0C0C501C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886075"/>
            <a:ext cx="24384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7313A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7010E8-1F47-429B-AC84-6394FBAE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295650"/>
            <a:ext cx="1600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E3C45"/>
          </a:solidFill>
          <a:ln xmlns:a="http://schemas.openxmlformats.org/drawingml/2006/main" w="9525">
            <a:solidFill>
              <a:srgbClr val="31505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F9B47-5E15-48EF-A685-30E2655A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67250"/>
            <a:ext cx="3857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8A3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8BA50-ACD1-4781-BD5E-4D56590F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524375"/>
            <a:ext cx="5238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719FC9-3205-4FC8-AF2C-A7D5604C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53390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71116"/>
                </a:solidFill>
              </a:defRPr>
            </a:defPPr>
            <a:lvl1pPr algn="ctr">
              <a:defRPr sz="825" b="1">
                <a:solidFill>
                  <a:srgbClr val="071116"/>
                </a:solidFill>
              </a:defRPr>
            </a:lvl1pPr>
            <a:lvl2pPr algn="ctr">
              <a:defRPr sz="825" b="1">
                <a:solidFill>
                  <a:srgbClr val="071116"/>
                </a:solidFill>
              </a:defRPr>
            </a:lvl2pPr>
            <a:lvl3pPr algn="ctr">
              <a:defRPr sz="825" b="1">
                <a:solidFill>
                  <a:srgbClr val="071116"/>
                </a:solidFill>
              </a:defRPr>
            </a:lvl3pPr>
            <a:lvl4pPr algn="ctr">
              <a:defRPr sz="825" b="1">
                <a:solidFill>
                  <a:srgbClr val="071116"/>
                </a:solidFill>
              </a:defRPr>
            </a:lvl4pPr>
            <a:lvl5pPr algn="ctr">
              <a:defRPr sz="825" b="1">
                <a:solidFill>
                  <a:srgbClr val="071116"/>
                </a:solidFill>
              </a:defRPr>
            </a:lvl5pPr>
            <a:lvl6pPr algn="ctr">
              <a:defRPr sz="825" b="1">
                <a:solidFill>
                  <a:srgbClr val="071116"/>
                </a:solidFill>
              </a:defRPr>
            </a:lvl6pPr>
            <a:lvl7pPr algn="ctr">
              <a:defRPr sz="825" b="1">
                <a:solidFill>
                  <a:srgbClr val="071116"/>
                </a:solidFill>
              </a:defRPr>
            </a:lvl7pPr>
            <a:lvl8pPr algn="ctr">
              <a:defRPr sz="825" b="1">
                <a:solidFill>
                  <a:srgbClr val="071116"/>
                </a:solidFill>
              </a:defRPr>
            </a:lvl8pPr>
            <a:lvl9pPr algn="ctr">
              <a:defRPr sz="825" b="1">
                <a:solidFill>
                  <a:srgbClr val="07111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71116"/>
                </a:solidFill>
              </a:defRPr>
            </a:pPr>
            <a:r>
              <a:rPr sz="825" b="1">
                <a:solidFill>
                  <a:srgbClr val="071116"/>
                </a:solidFill>
              </a:rPr>
              <a:t>T1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C91839-8736-4D7E-8F54-863EA76D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619500"/>
            <a:ext cx="5238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D8BF7C-BCF6-4DC5-B98A-DF87F5F1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6290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71116"/>
                </a:solidFill>
              </a:defRPr>
            </a:defPPr>
            <a:lvl1pPr algn="ctr">
              <a:defRPr sz="825" b="1">
                <a:solidFill>
                  <a:srgbClr val="071116"/>
                </a:solidFill>
              </a:defRPr>
            </a:lvl1pPr>
            <a:lvl2pPr algn="ctr">
              <a:defRPr sz="825" b="1">
                <a:solidFill>
                  <a:srgbClr val="071116"/>
                </a:solidFill>
              </a:defRPr>
            </a:lvl2pPr>
            <a:lvl3pPr algn="ctr">
              <a:defRPr sz="825" b="1">
                <a:solidFill>
                  <a:srgbClr val="071116"/>
                </a:solidFill>
              </a:defRPr>
            </a:lvl3pPr>
            <a:lvl4pPr algn="ctr">
              <a:defRPr sz="825" b="1">
                <a:solidFill>
                  <a:srgbClr val="071116"/>
                </a:solidFill>
              </a:defRPr>
            </a:lvl4pPr>
            <a:lvl5pPr algn="ctr">
              <a:defRPr sz="825" b="1">
                <a:solidFill>
                  <a:srgbClr val="071116"/>
                </a:solidFill>
              </a:defRPr>
            </a:lvl5pPr>
            <a:lvl6pPr algn="ctr">
              <a:defRPr sz="825" b="1">
                <a:solidFill>
                  <a:srgbClr val="071116"/>
                </a:solidFill>
              </a:defRPr>
            </a:lvl6pPr>
            <a:lvl7pPr algn="ctr">
              <a:defRPr sz="825" b="1">
                <a:solidFill>
                  <a:srgbClr val="071116"/>
                </a:solidFill>
              </a:defRPr>
            </a:lvl7pPr>
            <a:lvl8pPr algn="ctr">
              <a:defRPr sz="825" b="1">
                <a:solidFill>
                  <a:srgbClr val="071116"/>
                </a:solidFill>
              </a:defRPr>
            </a:lvl8pPr>
            <a:lvl9pPr algn="ctr">
              <a:defRPr sz="825" b="1">
                <a:solidFill>
                  <a:srgbClr val="07111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71116"/>
                </a:solidFill>
              </a:defRPr>
            </a:pPr>
            <a:r>
              <a:rPr sz="825" b="1">
                <a:solidFill>
                  <a:srgbClr val="071116"/>
                </a:solidFill>
              </a:rPr>
              <a:t>T2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615E93-87DD-4081-9F08-F2F5A454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14600"/>
            <a:ext cx="52387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FE1856-EFB7-444E-B575-2287C13D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241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71116"/>
                </a:solidFill>
              </a:defRPr>
            </a:defPPr>
            <a:lvl1pPr algn="ctr">
              <a:defRPr sz="825" b="1">
                <a:solidFill>
                  <a:srgbClr val="071116"/>
                </a:solidFill>
              </a:defRPr>
            </a:lvl1pPr>
            <a:lvl2pPr algn="ctr">
              <a:defRPr sz="825" b="1">
                <a:solidFill>
                  <a:srgbClr val="071116"/>
                </a:solidFill>
              </a:defRPr>
            </a:lvl2pPr>
            <a:lvl3pPr algn="ctr">
              <a:defRPr sz="825" b="1">
                <a:solidFill>
                  <a:srgbClr val="071116"/>
                </a:solidFill>
              </a:defRPr>
            </a:lvl3pPr>
            <a:lvl4pPr algn="ctr">
              <a:defRPr sz="825" b="1">
                <a:solidFill>
                  <a:srgbClr val="071116"/>
                </a:solidFill>
              </a:defRPr>
            </a:lvl4pPr>
            <a:lvl5pPr algn="ctr">
              <a:defRPr sz="825" b="1">
                <a:solidFill>
                  <a:srgbClr val="071116"/>
                </a:solidFill>
              </a:defRPr>
            </a:lvl5pPr>
            <a:lvl6pPr algn="ctr">
              <a:defRPr sz="825" b="1">
                <a:solidFill>
                  <a:srgbClr val="071116"/>
                </a:solidFill>
              </a:defRPr>
            </a:lvl6pPr>
            <a:lvl7pPr algn="ctr">
              <a:defRPr sz="825" b="1">
                <a:solidFill>
                  <a:srgbClr val="071116"/>
                </a:solidFill>
              </a:defRPr>
            </a:lvl7pPr>
            <a:lvl8pPr algn="ctr">
              <a:defRPr sz="825" b="1">
                <a:solidFill>
                  <a:srgbClr val="071116"/>
                </a:solidFill>
              </a:defRPr>
            </a:lvl8pPr>
            <a:lvl9pPr algn="ctr">
              <a:defRPr sz="825" b="1">
                <a:solidFill>
                  <a:srgbClr val="07111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71116"/>
                </a:solidFill>
              </a:defRPr>
            </a:pPr>
            <a:r>
              <a:rPr sz="825" b="1">
                <a:solidFill>
                  <a:srgbClr val="071116"/>
                </a:solidFill>
              </a:rPr>
              <a:t>T3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E2FF5-C2D7-4F12-8358-263F1C6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123950"/>
            <a:ext cx="3448050" cy="4762500"/>
          </a:xfrm>
          <a:prstGeom xmlns:a="http://schemas.openxmlformats.org/drawingml/2006/main" prst="roundRect">
            <a:avLst>
              <a:gd name="adj" fmla="val 2210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C6FAD-4D87-46A8-9C8A-C9B91E1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428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4F7F8"/>
                </a:solidFill>
              </a:defRPr>
            </a:defPPr>
            <a:lvl1pPr algn="l">
              <a:defRPr sz="1800" b="1">
                <a:solidFill>
                  <a:srgbClr val="F4F7F8"/>
                </a:solidFill>
              </a:defRPr>
            </a:lvl1pPr>
            <a:lvl2pPr algn="l">
              <a:defRPr sz="1800" b="1">
                <a:solidFill>
                  <a:srgbClr val="F4F7F8"/>
                </a:solidFill>
              </a:defRPr>
            </a:lvl2pPr>
            <a:lvl3pPr algn="l">
              <a:defRPr sz="1800" b="1">
                <a:solidFill>
                  <a:srgbClr val="F4F7F8"/>
                </a:solidFill>
              </a:defRPr>
            </a:lvl3pPr>
            <a:lvl4pPr algn="l">
              <a:defRPr sz="1800" b="1">
                <a:solidFill>
                  <a:srgbClr val="F4F7F8"/>
                </a:solidFill>
              </a:defRPr>
            </a:lvl4pPr>
            <a:lvl5pPr algn="l">
              <a:defRPr sz="1800" b="1">
                <a:solidFill>
                  <a:srgbClr val="F4F7F8"/>
                </a:solidFill>
              </a:defRPr>
            </a:lvl5pPr>
            <a:lvl6pPr algn="l">
              <a:defRPr sz="1800" b="1">
                <a:solidFill>
                  <a:srgbClr val="F4F7F8"/>
                </a:solidFill>
              </a:defRPr>
            </a:lvl6pPr>
            <a:lvl7pPr algn="l">
              <a:defRPr sz="1800" b="1">
                <a:solidFill>
                  <a:srgbClr val="F4F7F8"/>
                </a:solidFill>
              </a:defRPr>
            </a:lvl7pPr>
            <a:lvl8pPr algn="l">
              <a:defRPr sz="1800" b="1">
                <a:solidFill>
                  <a:srgbClr val="F4F7F8"/>
                </a:solidFill>
              </a:defRPr>
            </a:lvl8pPr>
            <a:lvl9pPr algn="l">
              <a:defRPr sz="180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4F7F8"/>
                </a:solidFill>
              </a:defRPr>
            </a:pPr>
            <a:r>
              <a:rPr sz="1800" b="1">
                <a:solidFill>
                  <a:srgbClr val="F4F7F8"/>
                </a:solidFill>
              </a:rPr>
              <a:t>Interface 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267F1-DB04-4243-A3B5-548D63CF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2D6C5"/>
                </a:solidFill>
              </a:defRPr>
            </a:defPPr>
            <a:lvl1pPr algn="l">
              <a:defRPr sz="1425" b="1">
                <a:solidFill>
                  <a:srgbClr val="32D6C5"/>
                </a:solidFill>
              </a:defRPr>
            </a:lvl1pPr>
            <a:lvl2pPr algn="l">
              <a:defRPr sz="1425" b="1">
                <a:solidFill>
                  <a:srgbClr val="32D6C5"/>
                </a:solidFill>
              </a:defRPr>
            </a:lvl2pPr>
            <a:lvl3pPr algn="l">
              <a:defRPr sz="1425" b="1">
                <a:solidFill>
                  <a:srgbClr val="32D6C5"/>
                </a:solidFill>
              </a:defRPr>
            </a:lvl3pPr>
            <a:lvl4pPr algn="l">
              <a:defRPr sz="1425" b="1">
                <a:solidFill>
                  <a:srgbClr val="32D6C5"/>
                </a:solidFill>
              </a:defRPr>
            </a:lvl4pPr>
            <a:lvl5pPr algn="l">
              <a:defRPr sz="1425" b="1">
                <a:solidFill>
                  <a:srgbClr val="32D6C5"/>
                </a:solidFill>
              </a:defRPr>
            </a:lvl5pPr>
            <a:lvl6pPr algn="l">
              <a:defRPr sz="1425" b="1">
                <a:solidFill>
                  <a:srgbClr val="32D6C5"/>
                </a:solidFill>
              </a:defRPr>
            </a:lvl6pPr>
            <a:lvl7pPr algn="l">
              <a:defRPr sz="1425" b="1">
                <a:solidFill>
                  <a:srgbClr val="32D6C5"/>
                </a:solidFill>
              </a:defRPr>
            </a:lvl7pPr>
            <a:lvl8pPr algn="l">
              <a:defRPr sz="1425" b="1">
                <a:solidFill>
                  <a:srgbClr val="32D6C5"/>
                </a:solidFill>
              </a:defRPr>
            </a:lvl8pPr>
            <a:lvl9pPr algn="l">
              <a:defRPr sz="14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2D6C5"/>
                </a:solidFill>
              </a:defRPr>
            </a:pPr>
            <a:r>
              <a:rPr sz="1425" b="1">
                <a:solidFill>
                  <a:srgbClr val="32D6C5"/>
                </a:solidFill>
              </a:rPr>
              <a:t>Spatial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2DF643-DDD3-491A-A09B-EFEDF2DB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28875"/>
            <a:ext cx="2667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Camera, benches, route, animated fleet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EF5AEE-EDE6-4DD7-9E8D-CACE9800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623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F8A35"/>
                </a:solidFill>
              </a:defRPr>
            </a:defPPr>
            <a:lvl1pPr algn="l">
              <a:defRPr sz="1425" b="1">
                <a:solidFill>
                  <a:srgbClr val="FF8A35"/>
                </a:solidFill>
              </a:defRPr>
            </a:lvl1pPr>
            <a:lvl2pPr algn="l">
              <a:defRPr sz="1425" b="1">
                <a:solidFill>
                  <a:srgbClr val="FF8A35"/>
                </a:solidFill>
              </a:defRPr>
            </a:lvl2pPr>
            <a:lvl3pPr algn="l">
              <a:defRPr sz="1425" b="1">
                <a:solidFill>
                  <a:srgbClr val="FF8A35"/>
                </a:solidFill>
              </a:defRPr>
            </a:lvl3pPr>
            <a:lvl4pPr algn="l">
              <a:defRPr sz="1425" b="1">
                <a:solidFill>
                  <a:srgbClr val="FF8A35"/>
                </a:solidFill>
              </a:defRPr>
            </a:lvl4pPr>
            <a:lvl5pPr algn="l">
              <a:defRPr sz="1425" b="1">
                <a:solidFill>
                  <a:srgbClr val="FF8A35"/>
                </a:solidFill>
              </a:defRPr>
            </a:lvl5pPr>
            <a:lvl6pPr algn="l">
              <a:defRPr sz="1425" b="1">
                <a:solidFill>
                  <a:srgbClr val="FF8A35"/>
                </a:solidFill>
              </a:defRPr>
            </a:lvl6pPr>
            <a:lvl7pPr algn="l">
              <a:defRPr sz="1425" b="1">
                <a:solidFill>
                  <a:srgbClr val="FF8A35"/>
                </a:solidFill>
              </a:defRPr>
            </a:lvl7pPr>
            <a:lvl8pPr algn="l">
              <a:defRPr sz="1425" b="1">
                <a:solidFill>
                  <a:srgbClr val="FF8A35"/>
                </a:solidFill>
              </a:defRPr>
            </a:lvl8pPr>
            <a:lvl9pPr algn="l">
              <a:defRPr sz="14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F8A35"/>
                </a:solidFill>
              </a:defRPr>
            </a:pPr>
            <a:r>
              <a:rPr sz="1425" b="1">
                <a:solidFill>
                  <a:srgbClr val="FF8A35"/>
                </a:solidFill>
              </a:rPr>
              <a:t>Operational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E09057-E49F-4573-91A0-E5681DE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95675"/>
            <a:ext cx="2667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KPIs, asset selection, status and payload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8CDBE4-280D-4299-B1BC-470A1EA9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291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7DDA8A"/>
                </a:solidFill>
              </a:defRPr>
            </a:defPPr>
            <a:lvl1pPr algn="l">
              <a:defRPr sz="1425" b="1">
                <a:solidFill>
                  <a:srgbClr val="7DDA8A"/>
                </a:solidFill>
              </a:defRPr>
            </a:lvl1pPr>
            <a:lvl2pPr algn="l">
              <a:defRPr sz="1425" b="1">
                <a:solidFill>
                  <a:srgbClr val="7DDA8A"/>
                </a:solidFill>
              </a:defRPr>
            </a:lvl2pPr>
            <a:lvl3pPr algn="l">
              <a:defRPr sz="1425" b="1">
                <a:solidFill>
                  <a:srgbClr val="7DDA8A"/>
                </a:solidFill>
              </a:defRPr>
            </a:lvl3pPr>
            <a:lvl4pPr algn="l">
              <a:defRPr sz="1425" b="1">
                <a:solidFill>
                  <a:srgbClr val="7DDA8A"/>
                </a:solidFill>
              </a:defRPr>
            </a:lvl4pPr>
            <a:lvl5pPr algn="l">
              <a:defRPr sz="1425" b="1">
                <a:solidFill>
                  <a:srgbClr val="7DDA8A"/>
                </a:solidFill>
              </a:defRPr>
            </a:lvl5pPr>
            <a:lvl6pPr algn="l">
              <a:defRPr sz="1425" b="1">
                <a:solidFill>
                  <a:srgbClr val="7DDA8A"/>
                </a:solidFill>
              </a:defRPr>
            </a:lvl6pPr>
            <a:lvl7pPr algn="l">
              <a:defRPr sz="1425" b="1">
                <a:solidFill>
                  <a:srgbClr val="7DDA8A"/>
                </a:solidFill>
              </a:defRPr>
            </a:lvl7pPr>
            <a:lvl8pPr algn="l">
              <a:defRPr sz="1425" b="1">
                <a:solidFill>
                  <a:srgbClr val="7DDA8A"/>
                </a:solidFill>
              </a:defRPr>
            </a:lvl8pPr>
            <a:lvl9pPr algn="l">
              <a:defRPr sz="1425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7DDA8A"/>
                </a:solidFill>
              </a:defRPr>
            </a:pPr>
            <a:r>
              <a:rPr sz="1425" b="1">
                <a:solidFill>
                  <a:srgbClr val="7DDA8A"/>
                </a:solidFill>
              </a:rPr>
              <a:t>Decision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A19509-6E25-4E96-AEB1-80F75C89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62475"/>
            <a:ext cx="2667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Scenario controls and projected impact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12EB86-637C-4F17-935A-396413A3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A9B6BC"/>
                </a:solidFill>
              </a:defRPr>
            </a:defPPr>
            <a:lvl1pPr algn="l">
              <a:defRPr sz="900" b="0">
                <a:solidFill>
                  <a:srgbClr val="A9B6BC"/>
                </a:solidFill>
              </a:defRPr>
            </a:lvl1pPr>
            <a:lvl2pPr algn="l">
              <a:defRPr sz="900" b="0">
                <a:solidFill>
                  <a:srgbClr val="A9B6BC"/>
                </a:solidFill>
              </a:defRPr>
            </a:lvl2pPr>
            <a:lvl3pPr algn="l">
              <a:defRPr sz="900" b="0">
                <a:solidFill>
                  <a:srgbClr val="A9B6BC"/>
                </a:solidFill>
              </a:defRPr>
            </a:lvl3pPr>
            <a:lvl4pPr algn="l">
              <a:defRPr sz="900" b="0">
                <a:solidFill>
                  <a:srgbClr val="A9B6BC"/>
                </a:solidFill>
              </a:defRPr>
            </a:lvl4pPr>
            <a:lvl5pPr algn="l">
              <a:defRPr sz="900" b="0">
                <a:solidFill>
                  <a:srgbClr val="A9B6BC"/>
                </a:solidFill>
              </a:defRPr>
            </a:lvl5pPr>
            <a:lvl6pPr algn="l">
              <a:defRPr sz="900" b="0">
                <a:solidFill>
                  <a:srgbClr val="A9B6BC"/>
                </a:solidFill>
              </a:defRPr>
            </a:lvl6pPr>
            <a:lvl7pPr algn="l">
              <a:defRPr sz="900" b="0">
                <a:solidFill>
                  <a:srgbClr val="A9B6BC"/>
                </a:solidFill>
              </a:defRPr>
            </a:lvl7pPr>
            <a:lvl8pPr algn="l">
              <a:defRPr sz="900" b="0">
                <a:solidFill>
                  <a:srgbClr val="A9B6BC"/>
                </a:solidFill>
              </a:defRPr>
            </a:lvl8pPr>
            <a:lvl9pPr algn="l">
              <a:defRPr sz="9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A9B6BC"/>
                </a:solidFill>
              </a:defRPr>
            </a:pPr>
            <a:r>
              <a:rPr sz="900" b="0">
                <a:solidFill>
                  <a:srgbClr val="A9B6BC"/>
                </a:solidFill>
              </a:rPr>
              <a:t>Conceptual interface composition</a:t>
            </a:r>
          </a:p>
        </p:txBody>
      </p:sp>
    </p:spTree>
    <p:extLst>
      <p:ext uri="{BB962C8B-B14F-4D97-AF65-F5344CB8AC3E}">
        <p14:creationId xmlns:p14="http://schemas.microsoft.com/office/powerpoint/2010/main" val="3108989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B4C914-F476-4C60-AC1A-2584CBA7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0AD5A-7F29-4BB0-9158-E9C510EF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Mass balance keeps the simulation credible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DE913-D81B-47E7-B886-3220BBAA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FA056-8105-4989-A574-04B40F5B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Truck cycles deliver ore to the ROM pad. The crusher consumes inventory continuously, so material is never deleted at dump time.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90EDC-BE43-48D4-AF52-978C5CCD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23336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0C25E-CEC9-4C81-B39E-E0FE0CB7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66925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8A35"/>
                </a:solidFill>
              </a:defRPr>
            </a:defPPr>
            <a:lvl1pPr algn="l">
              <a:defRPr sz="2325" b="1">
                <a:solidFill>
                  <a:srgbClr val="FF8A35"/>
                </a:solidFill>
              </a:defRPr>
            </a:lvl1pPr>
            <a:lvl2pPr algn="l">
              <a:defRPr sz="2325" b="1">
                <a:solidFill>
                  <a:srgbClr val="FF8A35"/>
                </a:solidFill>
              </a:defRPr>
            </a:lvl2pPr>
            <a:lvl3pPr algn="l">
              <a:defRPr sz="2325" b="1">
                <a:solidFill>
                  <a:srgbClr val="FF8A35"/>
                </a:solidFill>
              </a:defRPr>
            </a:lvl3pPr>
            <a:lvl4pPr algn="l">
              <a:defRPr sz="2325" b="1">
                <a:solidFill>
                  <a:srgbClr val="FF8A35"/>
                </a:solidFill>
              </a:defRPr>
            </a:lvl4pPr>
            <a:lvl5pPr algn="l">
              <a:defRPr sz="2325" b="1">
                <a:solidFill>
                  <a:srgbClr val="FF8A35"/>
                </a:solidFill>
              </a:defRPr>
            </a:lvl5pPr>
            <a:lvl6pPr algn="l">
              <a:defRPr sz="2325" b="1">
                <a:solidFill>
                  <a:srgbClr val="FF8A35"/>
                </a:solidFill>
              </a:defRPr>
            </a:lvl6pPr>
            <a:lvl7pPr algn="l">
              <a:defRPr sz="2325" b="1">
                <a:solidFill>
                  <a:srgbClr val="FF8A35"/>
                </a:solidFill>
              </a:defRPr>
            </a:lvl7pPr>
            <a:lvl8pPr algn="l">
              <a:defRPr sz="2325" b="1">
                <a:solidFill>
                  <a:srgbClr val="FF8A35"/>
                </a:solidFill>
              </a:defRPr>
            </a:lvl8pPr>
            <a:lvl9pPr algn="l">
              <a:defRPr sz="23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8A35"/>
                </a:solidFill>
              </a:defRPr>
            </a:pPr>
            <a:r>
              <a:rPr sz="2325" b="1">
                <a:solidFill>
                  <a:srgbClr val="FF8A35"/>
                </a:solidFill>
              </a:rPr>
              <a:t>77 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95C270-3C82-43E0-8C6A-3E89E657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1990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truck payload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BE17B2-2CDE-412A-B896-A0EC2E13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52625"/>
            <a:ext cx="25241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0F0F2-EF7A-45B5-AFE6-5B2CCC56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66925"/>
            <a:ext cx="21812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32D6C5"/>
                </a:solidFill>
              </a:defRPr>
            </a:defPPr>
            <a:lvl1pPr algn="l">
              <a:defRPr sz="2325" b="1">
                <a:solidFill>
                  <a:srgbClr val="32D6C5"/>
                </a:solidFill>
              </a:defRPr>
            </a:lvl1pPr>
            <a:lvl2pPr algn="l">
              <a:defRPr sz="2325" b="1">
                <a:solidFill>
                  <a:srgbClr val="32D6C5"/>
                </a:solidFill>
              </a:defRPr>
            </a:lvl2pPr>
            <a:lvl3pPr algn="l">
              <a:defRPr sz="2325" b="1">
                <a:solidFill>
                  <a:srgbClr val="32D6C5"/>
                </a:solidFill>
              </a:defRPr>
            </a:lvl3pPr>
            <a:lvl4pPr algn="l">
              <a:defRPr sz="2325" b="1">
                <a:solidFill>
                  <a:srgbClr val="32D6C5"/>
                </a:solidFill>
              </a:defRPr>
            </a:lvl4pPr>
            <a:lvl5pPr algn="l">
              <a:defRPr sz="2325" b="1">
                <a:solidFill>
                  <a:srgbClr val="32D6C5"/>
                </a:solidFill>
              </a:defRPr>
            </a:lvl5pPr>
            <a:lvl6pPr algn="l">
              <a:defRPr sz="2325" b="1">
                <a:solidFill>
                  <a:srgbClr val="32D6C5"/>
                </a:solidFill>
              </a:defRPr>
            </a:lvl6pPr>
            <a:lvl7pPr algn="l">
              <a:defRPr sz="2325" b="1">
                <a:solidFill>
                  <a:srgbClr val="32D6C5"/>
                </a:solidFill>
              </a:defRPr>
            </a:lvl7pPr>
            <a:lvl8pPr algn="l">
              <a:defRPr sz="2325" b="1">
                <a:solidFill>
                  <a:srgbClr val="32D6C5"/>
                </a:solidFill>
              </a:defRPr>
            </a:lvl8pPr>
            <a:lvl9pPr algn="l">
              <a:defRPr sz="23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32D6C5"/>
                </a:solidFill>
              </a:defRPr>
            </a:pPr>
            <a:r>
              <a:rPr sz="2325" b="1">
                <a:solidFill>
                  <a:srgbClr val="32D6C5"/>
                </a:solidFill>
              </a:rPr>
              <a:t>250 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B65F9-AD20-4E25-913F-F00E91B0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562225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initial ROM inventory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947F9-CBFE-4545-B1C6-2FA8AE0C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52625"/>
            <a:ext cx="26193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FAF4DA-B25E-414C-95F8-93C9CBF1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066925"/>
            <a:ext cx="22764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7DDA8A"/>
                </a:solidFill>
              </a:defRPr>
            </a:defPPr>
            <a:lvl1pPr algn="l">
              <a:defRPr sz="2325" b="1">
                <a:solidFill>
                  <a:srgbClr val="7DDA8A"/>
                </a:solidFill>
              </a:defRPr>
            </a:lvl1pPr>
            <a:lvl2pPr algn="l">
              <a:defRPr sz="2325" b="1">
                <a:solidFill>
                  <a:srgbClr val="7DDA8A"/>
                </a:solidFill>
              </a:defRPr>
            </a:lvl2pPr>
            <a:lvl3pPr algn="l">
              <a:defRPr sz="2325" b="1">
                <a:solidFill>
                  <a:srgbClr val="7DDA8A"/>
                </a:solidFill>
              </a:defRPr>
            </a:lvl3pPr>
            <a:lvl4pPr algn="l">
              <a:defRPr sz="2325" b="1">
                <a:solidFill>
                  <a:srgbClr val="7DDA8A"/>
                </a:solidFill>
              </a:defRPr>
            </a:lvl4pPr>
            <a:lvl5pPr algn="l">
              <a:defRPr sz="2325" b="1">
                <a:solidFill>
                  <a:srgbClr val="7DDA8A"/>
                </a:solidFill>
              </a:defRPr>
            </a:lvl5pPr>
            <a:lvl6pPr algn="l">
              <a:defRPr sz="2325" b="1">
                <a:solidFill>
                  <a:srgbClr val="7DDA8A"/>
                </a:solidFill>
              </a:defRPr>
            </a:lvl6pPr>
            <a:lvl7pPr algn="l">
              <a:defRPr sz="2325" b="1">
                <a:solidFill>
                  <a:srgbClr val="7DDA8A"/>
                </a:solidFill>
              </a:defRPr>
            </a:lvl7pPr>
            <a:lvl8pPr algn="l">
              <a:defRPr sz="2325" b="1">
                <a:solidFill>
                  <a:srgbClr val="7DDA8A"/>
                </a:solidFill>
              </a:defRPr>
            </a:lvl8pPr>
            <a:lvl9pPr algn="l">
              <a:defRPr sz="2325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7DDA8A"/>
                </a:solidFill>
              </a:defRPr>
            </a:pPr>
            <a:r>
              <a:rPr sz="2325" b="1">
                <a:solidFill>
                  <a:srgbClr val="7DDA8A"/>
                </a:solidFill>
              </a:rPr>
              <a:t>900 t/h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DCEDD4-E90F-48CE-8E13-5D5DE57F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62225"/>
            <a:ext cx="22764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baseline crusher 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7DF6CE-98FA-4C79-A16A-28EDBC08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52625"/>
            <a:ext cx="2895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9EFE64-2CA1-4F5D-828A-B58C38A2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66925"/>
            <a:ext cx="255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F6B5F"/>
                </a:solidFill>
              </a:defRPr>
            </a:defPPr>
            <a:lvl1pPr algn="l">
              <a:defRPr sz="2325" b="1">
                <a:solidFill>
                  <a:srgbClr val="FF6B5F"/>
                </a:solidFill>
              </a:defRPr>
            </a:lvl1pPr>
            <a:lvl2pPr algn="l">
              <a:defRPr sz="2325" b="1">
                <a:solidFill>
                  <a:srgbClr val="FF6B5F"/>
                </a:solidFill>
              </a:defRPr>
            </a:lvl2pPr>
            <a:lvl3pPr algn="l">
              <a:defRPr sz="2325" b="1">
                <a:solidFill>
                  <a:srgbClr val="FF6B5F"/>
                </a:solidFill>
              </a:defRPr>
            </a:lvl3pPr>
            <a:lvl4pPr algn="l">
              <a:defRPr sz="2325" b="1">
                <a:solidFill>
                  <a:srgbClr val="FF6B5F"/>
                </a:solidFill>
              </a:defRPr>
            </a:lvl4pPr>
            <a:lvl5pPr algn="l">
              <a:defRPr sz="2325" b="1">
                <a:solidFill>
                  <a:srgbClr val="FF6B5F"/>
                </a:solidFill>
              </a:defRPr>
            </a:lvl5pPr>
            <a:lvl6pPr algn="l">
              <a:defRPr sz="2325" b="1">
                <a:solidFill>
                  <a:srgbClr val="FF6B5F"/>
                </a:solidFill>
              </a:defRPr>
            </a:lvl6pPr>
            <a:lvl7pPr algn="l">
              <a:defRPr sz="2325" b="1">
                <a:solidFill>
                  <a:srgbClr val="FF6B5F"/>
                </a:solidFill>
              </a:defRPr>
            </a:lvl7pPr>
            <a:lvl8pPr algn="l">
              <a:defRPr sz="2325" b="1">
                <a:solidFill>
                  <a:srgbClr val="FF6B5F"/>
                </a:solidFill>
              </a:defRPr>
            </a:lvl8pPr>
            <a:lvl9pPr algn="l">
              <a:defRPr sz="2325" b="1">
                <a:solidFill>
                  <a:srgbClr val="FF6B5F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F6B5F"/>
                </a:solidFill>
              </a:defRPr>
            </a:pPr>
            <a:r>
              <a:rPr sz="2325" b="1">
                <a:solidFill>
                  <a:srgbClr val="FF6B5F"/>
                </a:solidFill>
              </a:rPr>
              <a:t>15.5 km/h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DA1FAF-F3BB-4C55-A5E0-DE097727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62225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closed-road speed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CA89F4-143D-447F-9BF4-C0E42094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D4D9D8-B1B6-4DE7-A416-FCE3B506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4F7F8"/>
                </a:solidFill>
              </a:defRPr>
            </a:defPPr>
            <a:lvl1pPr algn="l">
              <a:defRPr sz="1650" b="1">
                <a:solidFill>
                  <a:srgbClr val="F4F7F8"/>
                </a:solidFill>
              </a:defRPr>
            </a:lvl1pPr>
            <a:lvl2pPr algn="l">
              <a:defRPr sz="1650" b="1">
                <a:solidFill>
                  <a:srgbClr val="F4F7F8"/>
                </a:solidFill>
              </a:defRPr>
            </a:lvl2pPr>
            <a:lvl3pPr algn="l">
              <a:defRPr sz="1650" b="1">
                <a:solidFill>
                  <a:srgbClr val="F4F7F8"/>
                </a:solidFill>
              </a:defRPr>
            </a:lvl3pPr>
            <a:lvl4pPr algn="l">
              <a:defRPr sz="1650" b="1">
                <a:solidFill>
                  <a:srgbClr val="F4F7F8"/>
                </a:solidFill>
              </a:defRPr>
            </a:lvl4pPr>
            <a:lvl5pPr algn="l">
              <a:defRPr sz="1650" b="1">
                <a:solidFill>
                  <a:srgbClr val="F4F7F8"/>
                </a:solidFill>
              </a:defRPr>
            </a:lvl5pPr>
            <a:lvl6pPr algn="l">
              <a:defRPr sz="1650" b="1">
                <a:solidFill>
                  <a:srgbClr val="F4F7F8"/>
                </a:solidFill>
              </a:defRPr>
            </a:lvl6pPr>
            <a:lvl7pPr algn="l">
              <a:defRPr sz="1650" b="1">
                <a:solidFill>
                  <a:srgbClr val="F4F7F8"/>
                </a:solidFill>
              </a:defRPr>
            </a:lvl7pPr>
            <a:lvl8pPr algn="l">
              <a:defRPr sz="1650" b="1">
                <a:solidFill>
                  <a:srgbClr val="F4F7F8"/>
                </a:solidFill>
              </a:defRPr>
            </a:lvl8pPr>
            <a:lvl9pPr algn="l">
              <a:defRPr sz="16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4F7F8"/>
                </a:solidFill>
              </a:defRPr>
            </a:pPr>
            <a:r>
              <a:rPr sz="1650" b="1">
                <a:solidFill>
                  <a:srgbClr val="F4F7F8"/>
                </a:solidFill>
              </a:rPr>
              <a:t>Material accounting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E71637-10FF-4F58-B042-D64D06E6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819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8A35"/>
                </a:solidFill>
              </a:defRPr>
            </a:defPPr>
            <a:lvl1pPr algn="l">
              <a:defRPr sz="1875" b="1">
                <a:solidFill>
                  <a:srgbClr val="FF8A35"/>
                </a:solidFill>
              </a:defRPr>
            </a:lvl1pPr>
            <a:lvl2pPr algn="l">
              <a:defRPr sz="1875" b="1">
                <a:solidFill>
                  <a:srgbClr val="FF8A35"/>
                </a:solidFill>
              </a:defRPr>
            </a:lvl2pPr>
            <a:lvl3pPr algn="l">
              <a:defRPr sz="1875" b="1">
                <a:solidFill>
                  <a:srgbClr val="FF8A35"/>
                </a:solidFill>
              </a:defRPr>
            </a:lvl3pPr>
            <a:lvl4pPr algn="l">
              <a:defRPr sz="1875" b="1">
                <a:solidFill>
                  <a:srgbClr val="FF8A35"/>
                </a:solidFill>
              </a:defRPr>
            </a:lvl4pPr>
            <a:lvl5pPr algn="l">
              <a:defRPr sz="1875" b="1">
                <a:solidFill>
                  <a:srgbClr val="FF8A35"/>
                </a:solidFill>
              </a:defRPr>
            </a:lvl5pPr>
            <a:lvl6pPr algn="l">
              <a:defRPr sz="1875" b="1">
                <a:solidFill>
                  <a:srgbClr val="FF8A35"/>
                </a:solidFill>
              </a:defRPr>
            </a:lvl6pPr>
            <a:lvl7pPr algn="l">
              <a:defRPr sz="1875" b="1">
                <a:solidFill>
                  <a:srgbClr val="FF8A35"/>
                </a:solidFill>
              </a:defRPr>
            </a:lvl7pPr>
            <a:lvl8pPr algn="l">
              <a:defRPr sz="1875" b="1">
                <a:solidFill>
                  <a:srgbClr val="FF8A35"/>
                </a:solidFill>
              </a:defRPr>
            </a:lvl8pPr>
            <a:lvl9pPr algn="l">
              <a:defRPr sz="18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8A35"/>
                </a:solidFill>
              </a:defRPr>
            </a:pPr>
            <a:r>
              <a:rPr sz="1875" b="1">
                <a:solidFill>
                  <a:srgbClr val="FF8A35"/>
                </a:solidFill>
              </a:rPr>
              <a:t>initial ROM + delivered ore = current ROM + processed 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7AD886-C40C-481B-9A41-F49EEAC5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25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Scenario parameters are explicit, testable and visible to the jury.</a:t>
            </a:r>
          </a:p>
        </p:txBody>
      </p:sp>
    </p:spTree>
    <p:extLst>
      <p:ext uri="{BB962C8B-B14F-4D97-AF65-F5344CB8AC3E}">
        <p14:creationId xmlns:p14="http://schemas.microsoft.com/office/powerpoint/2010/main" val="13080023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E37225-7C70-479C-97FC-62C09568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9D95B0-8332-41C2-BE5A-178B3073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What-if modes quantify operational impact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C0334-6414-4EBC-A6B4-C70C05E9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0B7CD-86FA-4133-A937-967821A1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Projected throughput uses the same baseline across four deterministic modes.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327A773D-9959-4368-9CE1-B78A84BE113F}"/>
              </a:ext>
            </a:extLst>
          </p:cNvPr>
          <p:cNvGraphicFramePr/>
          <p:nvPr/>
        </p:nvGraphicFramePr>
        <p:xfrm>
          <a:off xmlns:a="http://schemas.openxmlformats.org/drawingml/2006/main" x="666750" y="1714500"/>
          <a:ext xmlns:a="http://schemas.openxmlformats.org/drawingml/2006/main" cx="74295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4e7a4e0877479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E6235-1531-41CD-8D88-8EE97944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90700"/>
            <a:ext cx="2952750" cy="369570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A81C7-C49A-47A5-88BC-CFC4778C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4F7F8"/>
                </a:solidFill>
              </a:defRPr>
            </a:defPPr>
            <a:lvl1pPr algn="l">
              <a:defRPr sz="1575" b="1">
                <a:solidFill>
                  <a:srgbClr val="F4F7F8"/>
                </a:solidFill>
              </a:defRPr>
            </a:lvl1pPr>
            <a:lvl2pPr algn="l">
              <a:defRPr sz="1575" b="1">
                <a:solidFill>
                  <a:srgbClr val="F4F7F8"/>
                </a:solidFill>
              </a:defRPr>
            </a:lvl2pPr>
            <a:lvl3pPr algn="l">
              <a:defRPr sz="1575" b="1">
                <a:solidFill>
                  <a:srgbClr val="F4F7F8"/>
                </a:solidFill>
              </a:defRPr>
            </a:lvl3pPr>
            <a:lvl4pPr algn="l">
              <a:defRPr sz="1575" b="1">
                <a:solidFill>
                  <a:srgbClr val="F4F7F8"/>
                </a:solidFill>
              </a:defRPr>
            </a:lvl4pPr>
            <a:lvl5pPr algn="l">
              <a:defRPr sz="1575" b="1">
                <a:solidFill>
                  <a:srgbClr val="F4F7F8"/>
                </a:solidFill>
              </a:defRPr>
            </a:lvl5pPr>
            <a:lvl6pPr algn="l">
              <a:defRPr sz="1575" b="1">
                <a:solidFill>
                  <a:srgbClr val="F4F7F8"/>
                </a:solidFill>
              </a:defRPr>
            </a:lvl6pPr>
            <a:lvl7pPr algn="l">
              <a:defRPr sz="1575" b="1">
                <a:solidFill>
                  <a:srgbClr val="F4F7F8"/>
                </a:solidFill>
              </a:defRPr>
            </a:lvl7pPr>
            <a:lvl8pPr algn="l">
              <a:defRPr sz="1575" b="1">
                <a:solidFill>
                  <a:srgbClr val="F4F7F8"/>
                </a:solidFill>
              </a:defRPr>
            </a:lvl8pPr>
            <a:lvl9pPr algn="l">
              <a:defRPr sz="15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4F7F8"/>
                </a:solidFill>
              </a:defRPr>
            </a:pPr>
            <a:r>
              <a:rPr sz="1575" b="1">
                <a:solidFill>
                  <a:srgbClr val="F4F7F8"/>
                </a:solidFill>
              </a:rPr>
              <a:t>Impact from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86D48B-1ABB-4FD5-8ECB-D480BBA6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098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Truck breakdown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B3B1F6-23B0-463E-93F8-EDA3E052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8130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FF8A35"/>
                </a:solidFill>
              </a:defRPr>
            </a:defPPr>
            <a:lvl1pPr algn="r">
              <a:defRPr sz="1725" b="1">
                <a:solidFill>
                  <a:srgbClr val="FF8A35"/>
                </a:solidFill>
              </a:defRPr>
            </a:lvl1pPr>
            <a:lvl2pPr algn="r">
              <a:defRPr sz="1725" b="1">
                <a:solidFill>
                  <a:srgbClr val="FF8A35"/>
                </a:solidFill>
              </a:defRPr>
            </a:lvl2pPr>
            <a:lvl3pPr algn="r">
              <a:defRPr sz="1725" b="1">
                <a:solidFill>
                  <a:srgbClr val="FF8A35"/>
                </a:solidFill>
              </a:defRPr>
            </a:lvl3pPr>
            <a:lvl4pPr algn="r">
              <a:defRPr sz="1725" b="1">
                <a:solidFill>
                  <a:srgbClr val="FF8A35"/>
                </a:solidFill>
              </a:defRPr>
            </a:lvl4pPr>
            <a:lvl5pPr algn="r">
              <a:defRPr sz="1725" b="1">
                <a:solidFill>
                  <a:srgbClr val="FF8A35"/>
                </a:solidFill>
              </a:defRPr>
            </a:lvl5pPr>
            <a:lvl6pPr algn="r">
              <a:defRPr sz="1725" b="1">
                <a:solidFill>
                  <a:srgbClr val="FF8A35"/>
                </a:solidFill>
              </a:defRPr>
            </a:lvl6pPr>
            <a:lvl7pPr algn="r">
              <a:defRPr sz="1725" b="1">
                <a:solidFill>
                  <a:srgbClr val="FF8A35"/>
                </a:solidFill>
              </a:defRPr>
            </a:lvl7pPr>
            <a:lvl8pPr algn="r">
              <a:defRPr sz="1725" b="1">
                <a:solidFill>
                  <a:srgbClr val="FF8A35"/>
                </a:solidFill>
              </a:defRPr>
            </a:lvl8pPr>
            <a:lvl9pPr algn="r">
              <a:defRPr sz="172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FF8A35"/>
                </a:solidFill>
              </a:defRPr>
            </a:pPr>
            <a:r>
              <a:rPr sz="1725" b="1">
                <a:solidFill>
                  <a:srgbClr val="FF8A35"/>
                </a:solidFill>
              </a:rPr>
              <a:t>−17%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C6044-19CE-4035-8F82-9828D149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619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Road closure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C32AF-DCBA-42D9-81A4-9EB4CD1F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590925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FF6B5F"/>
                </a:solidFill>
              </a:defRPr>
            </a:defPPr>
            <a:lvl1pPr algn="r">
              <a:defRPr sz="1725" b="1">
                <a:solidFill>
                  <a:srgbClr val="FF6B5F"/>
                </a:solidFill>
              </a:defRPr>
            </a:lvl1pPr>
            <a:lvl2pPr algn="r">
              <a:defRPr sz="1725" b="1">
                <a:solidFill>
                  <a:srgbClr val="FF6B5F"/>
                </a:solidFill>
              </a:defRPr>
            </a:lvl2pPr>
            <a:lvl3pPr algn="r">
              <a:defRPr sz="1725" b="1">
                <a:solidFill>
                  <a:srgbClr val="FF6B5F"/>
                </a:solidFill>
              </a:defRPr>
            </a:lvl3pPr>
            <a:lvl4pPr algn="r">
              <a:defRPr sz="1725" b="1">
                <a:solidFill>
                  <a:srgbClr val="FF6B5F"/>
                </a:solidFill>
              </a:defRPr>
            </a:lvl4pPr>
            <a:lvl5pPr algn="r">
              <a:defRPr sz="1725" b="1">
                <a:solidFill>
                  <a:srgbClr val="FF6B5F"/>
                </a:solidFill>
              </a:defRPr>
            </a:lvl5pPr>
            <a:lvl6pPr algn="r">
              <a:defRPr sz="1725" b="1">
                <a:solidFill>
                  <a:srgbClr val="FF6B5F"/>
                </a:solidFill>
              </a:defRPr>
            </a:lvl6pPr>
            <a:lvl7pPr algn="r">
              <a:defRPr sz="1725" b="1">
                <a:solidFill>
                  <a:srgbClr val="FF6B5F"/>
                </a:solidFill>
              </a:defRPr>
            </a:lvl7pPr>
            <a:lvl8pPr algn="r">
              <a:defRPr sz="1725" b="1">
                <a:solidFill>
                  <a:srgbClr val="FF6B5F"/>
                </a:solidFill>
              </a:defRPr>
            </a:lvl8pPr>
            <a:lvl9pPr algn="r">
              <a:defRPr sz="1725" b="1">
                <a:solidFill>
                  <a:srgbClr val="FF6B5F"/>
                </a:solidFill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FF6B5F"/>
                </a:solidFill>
              </a:defRPr>
            </a:pPr>
            <a:r>
              <a:rPr sz="1725" b="1">
                <a:solidFill>
                  <a:srgbClr val="FF6B5F"/>
                </a:solidFill>
              </a:rPr>
              <a:t>−28%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C1DFAD-43E4-4C36-A38D-3F4BE06F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2912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9B6BC"/>
                </a:solidFill>
              </a:defRPr>
            </a:defPPr>
            <a:lvl1pPr algn="l">
              <a:defRPr sz="1125" b="0">
                <a:solidFill>
                  <a:srgbClr val="A9B6BC"/>
                </a:solidFill>
              </a:defRPr>
            </a:lvl1pPr>
            <a:lvl2pPr algn="l">
              <a:defRPr sz="1125" b="0">
                <a:solidFill>
                  <a:srgbClr val="A9B6BC"/>
                </a:solidFill>
              </a:defRPr>
            </a:lvl2pPr>
            <a:lvl3pPr algn="l">
              <a:defRPr sz="1125" b="0">
                <a:solidFill>
                  <a:srgbClr val="A9B6BC"/>
                </a:solidFill>
              </a:defRPr>
            </a:lvl3pPr>
            <a:lvl4pPr algn="l">
              <a:defRPr sz="1125" b="0">
                <a:solidFill>
                  <a:srgbClr val="A9B6BC"/>
                </a:solidFill>
              </a:defRPr>
            </a:lvl4pPr>
            <a:lvl5pPr algn="l">
              <a:defRPr sz="1125" b="0">
                <a:solidFill>
                  <a:srgbClr val="A9B6BC"/>
                </a:solidFill>
              </a:defRPr>
            </a:lvl5pPr>
            <a:lvl6pPr algn="l">
              <a:defRPr sz="1125" b="0">
                <a:solidFill>
                  <a:srgbClr val="A9B6BC"/>
                </a:solidFill>
              </a:defRPr>
            </a:lvl6pPr>
            <a:lvl7pPr algn="l">
              <a:defRPr sz="1125" b="0">
                <a:solidFill>
                  <a:srgbClr val="A9B6BC"/>
                </a:solidFill>
              </a:defRPr>
            </a:lvl7pPr>
            <a:lvl8pPr algn="l">
              <a:defRPr sz="1125" b="0">
                <a:solidFill>
                  <a:srgbClr val="A9B6BC"/>
                </a:solidFill>
              </a:defRPr>
            </a:lvl8pPr>
            <a:lvl9pPr algn="l">
              <a:defRPr sz="1125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A9B6BC"/>
                </a:solidFill>
              </a:defRPr>
            </a:pPr>
            <a:r>
              <a:rPr sz="1125" b="0">
                <a:solidFill>
                  <a:srgbClr val="A9B6BC"/>
                </a:solidFill>
              </a:rPr>
              <a:t>Crusher slowdown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0A224-DC84-4376-949D-C1622C65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4005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725" b="1">
                <a:solidFill>
                  <a:srgbClr val="FF6B5F"/>
                </a:solidFill>
              </a:defRPr>
            </a:defPPr>
            <a:lvl1pPr algn="r">
              <a:defRPr sz="1725" b="1">
                <a:solidFill>
                  <a:srgbClr val="FF6B5F"/>
                </a:solidFill>
              </a:defRPr>
            </a:lvl1pPr>
            <a:lvl2pPr algn="r">
              <a:defRPr sz="1725" b="1">
                <a:solidFill>
                  <a:srgbClr val="FF6B5F"/>
                </a:solidFill>
              </a:defRPr>
            </a:lvl2pPr>
            <a:lvl3pPr algn="r">
              <a:defRPr sz="1725" b="1">
                <a:solidFill>
                  <a:srgbClr val="FF6B5F"/>
                </a:solidFill>
              </a:defRPr>
            </a:lvl3pPr>
            <a:lvl4pPr algn="r">
              <a:defRPr sz="1725" b="1">
                <a:solidFill>
                  <a:srgbClr val="FF6B5F"/>
                </a:solidFill>
              </a:defRPr>
            </a:lvl4pPr>
            <a:lvl5pPr algn="r">
              <a:defRPr sz="1725" b="1">
                <a:solidFill>
                  <a:srgbClr val="FF6B5F"/>
                </a:solidFill>
              </a:defRPr>
            </a:lvl5pPr>
            <a:lvl6pPr algn="r">
              <a:defRPr sz="1725" b="1">
                <a:solidFill>
                  <a:srgbClr val="FF6B5F"/>
                </a:solidFill>
              </a:defRPr>
            </a:lvl6pPr>
            <a:lvl7pPr algn="r">
              <a:defRPr sz="1725" b="1">
                <a:solidFill>
                  <a:srgbClr val="FF6B5F"/>
                </a:solidFill>
              </a:defRPr>
            </a:lvl7pPr>
            <a:lvl8pPr algn="r">
              <a:defRPr sz="1725" b="1">
                <a:solidFill>
                  <a:srgbClr val="FF6B5F"/>
                </a:solidFill>
              </a:defRPr>
            </a:lvl8pPr>
            <a:lvl9pPr algn="r">
              <a:defRPr sz="1725" b="1">
                <a:solidFill>
                  <a:srgbClr val="FF6B5F"/>
                </a:solidFill>
              </a:defRPr>
            </a:lvl9pPr>
          </a:lstStyle>
          <a:p xmlns:a="http://schemas.openxmlformats.org/drawingml/2006/main">
            <a:pPr algn="r">
              <a:defRPr sz="1725" b="1">
                <a:solidFill>
                  <a:srgbClr val="FF6B5F"/>
                </a:solidFill>
              </a:defRPr>
            </a:pPr>
            <a:r>
              <a:rPr sz="1725" b="1">
                <a:solidFill>
                  <a:srgbClr val="FF6B5F"/>
                </a:solidFill>
              </a:rPr>
              <a:t>−45%</a:t>
            </a:r>
          </a:p>
        </p:txBody>
      </p:sp>
    </p:spTree>
    <p:extLst>
      <p:ext uri="{BB962C8B-B14F-4D97-AF65-F5344CB8AC3E}">
        <p14:creationId xmlns:p14="http://schemas.microsoft.com/office/powerpoint/2010/main" val="16230941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A71C20-DBA0-4870-BDD8-17BFAB0B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CF197-1D63-4760-9625-266B3B72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4F7F8"/>
                </a:solidFill>
              </a:defRPr>
            </a:defPPr>
            <a:lvl1pPr algn="l">
              <a:defRPr sz="2550" b="1">
                <a:solidFill>
                  <a:srgbClr val="F4F7F8"/>
                </a:solidFill>
              </a:defRPr>
            </a:lvl1pPr>
            <a:lvl2pPr algn="l">
              <a:defRPr sz="2550" b="1">
                <a:solidFill>
                  <a:srgbClr val="F4F7F8"/>
                </a:solidFill>
              </a:defRPr>
            </a:lvl2pPr>
            <a:lvl3pPr algn="l">
              <a:defRPr sz="2550" b="1">
                <a:solidFill>
                  <a:srgbClr val="F4F7F8"/>
                </a:solidFill>
              </a:defRPr>
            </a:lvl3pPr>
            <a:lvl4pPr algn="l">
              <a:defRPr sz="2550" b="1">
                <a:solidFill>
                  <a:srgbClr val="F4F7F8"/>
                </a:solidFill>
              </a:defRPr>
            </a:lvl4pPr>
            <a:lvl5pPr algn="l">
              <a:defRPr sz="2550" b="1">
                <a:solidFill>
                  <a:srgbClr val="F4F7F8"/>
                </a:solidFill>
              </a:defRPr>
            </a:lvl5pPr>
            <a:lvl6pPr algn="l">
              <a:defRPr sz="2550" b="1">
                <a:solidFill>
                  <a:srgbClr val="F4F7F8"/>
                </a:solidFill>
              </a:defRPr>
            </a:lvl6pPr>
            <a:lvl7pPr algn="l">
              <a:defRPr sz="2550" b="1">
                <a:solidFill>
                  <a:srgbClr val="F4F7F8"/>
                </a:solidFill>
              </a:defRPr>
            </a:lvl7pPr>
            <a:lvl8pPr algn="l">
              <a:defRPr sz="2550" b="1">
                <a:solidFill>
                  <a:srgbClr val="F4F7F8"/>
                </a:solidFill>
              </a:defRPr>
            </a:lvl8pPr>
            <a:lvl9pPr algn="l">
              <a:defRPr sz="25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4F7F8"/>
                </a:solidFill>
              </a:defRPr>
            </a:pPr>
            <a:r>
              <a:rPr sz="2550" b="1">
                <a:solidFill>
                  <a:srgbClr val="F4F7F8"/>
                </a:solidFill>
              </a:rPr>
              <a:t>Evidence is separated from release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E6E01-837C-4525-8A88-FCCB155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A9B6BC"/>
                </a:solidFill>
              </a:defRPr>
            </a:defPPr>
            <a:lvl1pPr algn="r">
              <a:defRPr sz="1050" b="1">
                <a:solidFill>
                  <a:srgbClr val="A9B6BC"/>
                </a:solidFill>
              </a:defRPr>
            </a:lvl1pPr>
            <a:lvl2pPr algn="r">
              <a:defRPr sz="1050" b="1">
                <a:solidFill>
                  <a:srgbClr val="A9B6BC"/>
                </a:solidFill>
              </a:defRPr>
            </a:lvl2pPr>
            <a:lvl3pPr algn="r">
              <a:defRPr sz="1050" b="1">
                <a:solidFill>
                  <a:srgbClr val="A9B6BC"/>
                </a:solidFill>
              </a:defRPr>
            </a:lvl3pPr>
            <a:lvl4pPr algn="r">
              <a:defRPr sz="1050" b="1">
                <a:solidFill>
                  <a:srgbClr val="A9B6BC"/>
                </a:solidFill>
              </a:defRPr>
            </a:lvl4pPr>
            <a:lvl5pPr algn="r">
              <a:defRPr sz="1050" b="1">
                <a:solidFill>
                  <a:srgbClr val="A9B6BC"/>
                </a:solidFill>
              </a:defRPr>
            </a:lvl5pPr>
            <a:lvl6pPr algn="r">
              <a:defRPr sz="1050" b="1">
                <a:solidFill>
                  <a:srgbClr val="A9B6BC"/>
                </a:solidFill>
              </a:defRPr>
            </a:lvl6pPr>
            <a:lvl7pPr algn="r">
              <a:defRPr sz="1050" b="1">
                <a:solidFill>
                  <a:srgbClr val="A9B6BC"/>
                </a:solidFill>
              </a:defRPr>
            </a:lvl7pPr>
            <a:lvl8pPr algn="r">
              <a:defRPr sz="1050" b="1">
                <a:solidFill>
                  <a:srgbClr val="A9B6BC"/>
                </a:solidFill>
              </a:defRPr>
            </a:lvl8pPr>
            <a:lvl9pPr algn="r">
              <a:defRPr sz="1050" b="1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050" b="1">
                <a:solidFill>
                  <a:srgbClr val="A9B6BC"/>
                </a:solidFill>
              </a:defRPr>
            </a:pPr>
            <a:r>
              <a:rPr sz="1050" b="1">
                <a:solidFill>
                  <a:srgbClr val="A9B6BC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CAAF59-4B8B-4990-AD1E-A19ACD8E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A9B6BC"/>
                </a:solidFill>
              </a:defRPr>
            </a:defPPr>
            <a:lvl1pPr algn="l">
              <a:defRPr sz="1500" b="0">
                <a:solidFill>
                  <a:srgbClr val="A9B6BC"/>
                </a:solidFill>
              </a:defRPr>
            </a:lvl1pPr>
            <a:lvl2pPr algn="l">
              <a:defRPr sz="1500" b="0">
                <a:solidFill>
                  <a:srgbClr val="A9B6BC"/>
                </a:solidFill>
              </a:defRPr>
            </a:lvl2pPr>
            <a:lvl3pPr algn="l">
              <a:defRPr sz="1500" b="0">
                <a:solidFill>
                  <a:srgbClr val="A9B6BC"/>
                </a:solidFill>
              </a:defRPr>
            </a:lvl3pPr>
            <a:lvl4pPr algn="l">
              <a:defRPr sz="1500" b="0">
                <a:solidFill>
                  <a:srgbClr val="A9B6BC"/>
                </a:solidFill>
              </a:defRPr>
            </a:lvl4pPr>
            <a:lvl5pPr algn="l">
              <a:defRPr sz="1500" b="0">
                <a:solidFill>
                  <a:srgbClr val="A9B6BC"/>
                </a:solidFill>
              </a:defRPr>
            </a:lvl5pPr>
            <a:lvl6pPr algn="l">
              <a:defRPr sz="1500" b="0">
                <a:solidFill>
                  <a:srgbClr val="A9B6BC"/>
                </a:solidFill>
              </a:defRPr>
            </a:lvl6pPr>
            <a:lvl7pPr algn="l">
              <a:defRPr sz="1500" b="0">
                <a:solidFill>
                  <a:srgbClr val="A9B6BC"/>
                </a:solidFill>
              </a:defRPr>
            </a:lvl7pPr>
            <a:lvl8pPr algn="l">
              <a:defRPr sz="1500" b="0">
                <a:solidFill>
                  <a:srgbClr val="A9B6BC"/>
                </a:solidFill>
              </a:defRPr>
            </a:lvl8pPr>
            <a:lvl9pPr algn="l">
              <a:defRPr sz="15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A9B6BC"/>
                </a:solidFill>
              </a:defRPr>
            </a:pPr>
            <a:r>
              <a:rPr sz="1500" b="0">
                <a:solidFill>
                  <a:srgbClr val="A9B6BC"/>
                </a:solidFill>
              </a:rPr>
              <a:t>What is already verified is stated plainly. Remaining environment checks stay visible until they pass.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C8342-7841-4DDD-A85C-9C20B4D4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721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B2C9E-CB1A-4559-B3D4-3CA805AC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7DDA8A"/>
                </a:solidFill>
              </a:defRPr>
            </a:defPPr>
            <a:lvl1pPr algn="l">
              <a:defRPr sz="1875" b="1">
                <a:solidFill>
                  <a:srgbClr val="7DDA8A"/>
                </a:solidFill>
              </a:defRPr>
            </a:lvl1pPr>
            <a:lvl2pPr algn="l">
              <a:defRPr sz="1875" b="1">
                <a:solidFill>
                  <a:srgbClr val="7DDA8A"/>
                </a:solidFill>
              </a:defRPr>
            </a:lvl2pPr>
            <a:lvl3pPr algn="l">
              <a:defRPr sz="1875" b="1">
                <a:solidFill>
                  <a:srgbClr val="7DDA8A"/>
                </a:solidFill>
              </a:defRPr>
            </a:lvl3pPr>
            <a:lvl4pPr algn="l">
              <a:defRPr sz="1875" b="1">
                <a:solidFill>
                  <a:srgbClr val="7DDA8A"/>
                </a:solidFill>
              </a:defRPr>
            </a:lvl4pPr>
            <a:lvl5pPr algn="l">
              <a:defRPr sz="1875" b="1">
                <a:solidFill>
                  <a:srgbClr val="7DDA8A"/>
                </a:solidFill>
              </a:defRPr>
            </a:lvl5pPr>
            <a:lvl6pPr algn="l">
              <a:defRPr sz="1875" b="1">
                <a:solidFill>
                  <a:srgbClr val="7DDA8A"/>
                </a:solidFill>
              </a:defRPr>
            </a:lvl6pPr>
            <a:lvl7pPr algn="l">
              <a:defRPr sz="1875" b="1">
                <a:solidFill>
                  <a:srgbClr val="7DDA8A"/>
                </a:solidFill>
              </a:defRPr>
            </a:lvl7pPr>
            <a:lvl8pPr algn="l">
              <a:defRPr sz="1875" b="1">
                <a:solidFill>
                  <a:srgbClr val="7DDA8A"/>
                </a:solidFill>
              </a:defRPr>
            </a:lvl8pPr>
            <a:lvl9pPr algn="l">
              <a:defRPr sz="1875" b="1">
                <a:solidFill>
                  <a:srgbClr val="7DDA8A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DDA8A"/>
                </a:solidFill>
              </a:defRPr>
            </a:pPr>
            <a:r>
              <a:rPr sz="1875" b="1">
                <a:solidFill>
                  <a:srgbClr val="7DDA8A"/>
                </a:solidFill>
              </a:rPr>
              <a:t>Verified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20B78-7847-422F-8DD9-91AD59F16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860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438782-4029-4273-ABCA-F53D571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717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4F7F8"/>
                </a:solidFill>
              </a:defRPr>
            </a:defPPr>
            <a:lvl1pPr algn="l">
              <a:defRPr sz="1275" b="1">
                <a:solidFill>
                  <a:srgbClr val="F4F7F8"/>
                </a:solidFill>
              </a:defRPr>
            </a:lvl1pPr>
            <a:lvl2pPr algn="l">
              <a:defRPr sz="1275" b="1">
                <a:solidFill>
                  <a:srgbClr val="F4F7F8"/>
                </a:solidFill>
              </a:defRPr>
            </a:lvl2pPr>
            <a:lvl3pPr algn="l">
              <a:defRPr sz="1275" b="1">
                <a:solidFill>
                  <a:srgbClr val="F4F7F8"/>
                </a:solidFill>
              </a:defRPr>
            </a:lvl3pPr>
            <a:lvl4pPr algn="l">
              <a:defRPr sz="1275" b="1">
                <a:solidFill>
                  <a:srgbClr val="F4F7F8"/>
                </a:solidFill>
              </a:defRPr>
            </a:lvl4pPr>
            <a:lvl5pPr algn="l">
              <a:defRPr sz="1275" b="1">
                <a:solidFill>
                  <a:srgbClr val="F4F7F8"/>
                </a:solidFill>
              </a:defRPr>
            </a:lvl5pPr>
            <a:lvl6pPr algn="l">
              <a:defRPr sz="1275" b="1">
                <a:solidFill>
                  <a:srgbClr val="F4F7F8"/>
                </a:solidFill>
              </a:defRPr>
            </a:lvl6pPr>
            <a:lvl7pPr algn="l">
              <a:defRPr sz="1275" b="1">
                <a:solidFill>
                  <a:srgbClr val="F4F7F8"/>
                </a:solidFill>
              </a:defRPr>
            </a:lvl7pPr>
            <a:lvl8pPr algn="l">
              <a:defRPr sz="1275" b="1">
                <a:solidFill>
                  <a:srgbClr val="F4F7F8"/>
                </a:solidFill>
              </a:defRPr>
            </a:lvl8pPr>
            <a:lvl9pPr algn="l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8 simulation unit tests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F8E282-0CB5-409D-AC15-ADDFCF4E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CAF29-8644-4998-BAEC-0A64AE0B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Frontend production build passes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1226E-28A9-4CA9-9E0A-BE1F0BDA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07218-CAED-48A1-A8FE-F15F5FAA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Python compile and JSON validation pass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37DE2-2C61-4918-973D-9EDCE9F9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7DDA8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F95F38-E865-4801-94A8-9FD15683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719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Compose configuration parses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30DB1B-8949-4647-B092-C839E880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53721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E0A64E-A303-4709-BB7A-FD162806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764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F8A35"/>
                </a:solidFill>
              </a:defRPr>
            </a:defPPr>
            <a:lvl1pPr algn="l">
              <a:defRPr sz="1875" b="1">
                <a:solidFill>
                  <a:srgbClr val="FF8A35"/>
                </a:solidFill>
              </a:defRPr>
            </a:lvl1pPr>
            <a:lvl2pPr algn="l">
              <a:defRPr sz="1875" b="1">
                <a:solidFill>
                  <a:srgbClr val="FF8A35"/>
                </a:solidFill>
              </a:defRPr>
            </a:lvl2pPr>
            <a:lvl3pPr algn="l">
              <a:defRPr sz="1875" b="1">
                <a:solidFill>
                  <a:srgbClr val="FF8A35"/>
                </a:solidFill>
              </a:defRPr>
            </a:lvl3pPr>
            <a:lvl4pPr algn="l">
              <a:defRPr sz="1875" b="1">
                <a:solidFill>
                  <a:srgbClr val="FF8A35"/>
                </a:solidFill>
              </a:defRPr>
            </a:lvl4pPr>
            <a:lvl5pPr algn="l">
              <a:defRPr sz="1875" b="1">
                <a:solidFill>
                  <a:srgbClr val="FF8A35"/>
                </a:solidFill>
              </a:defRPr>
            </a:lvl5pPr>
            <a:lvl6pPr algn="l">
              <a:defRPr sz="1875" b="1">
                <a:solidFill>
                  <a:srgbClr val="FF8A35"/>
                </a:solidFill>
              </a:defRPr>
            </a:lvl6pPr>
            <a:lvl7pPr algn="l">
              <a:defRPr sz="1875" b="1">
                <a:solidFill>
                  <a:srgbClr val="FF8A35"/>
                </a:solidFill>
              </a:defRPr>
            </a:lvl7pPr>
            <a:lvl8pPr algn="l">
              <a:defRPr sz="1875" b="1">
                <a:solidFill>
                  <a:srgbClr val="FF8A35"/>
                </a:solidFill>
              </a:defRPr>
            </a:lvl8pPr>
            <a:lvl9pPr algn="l">
              <a:defRPr sz="18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F8A35"/>
                </a:solidFill>
              </a:defRPr>
            </a:pPr>
            <a:r>
              <a:rPr sz="1875" b="1">
                <a:solidFill>
                  <a:srgbClr val="FF8A35"/>
                </a:solidFill>
              </a:rPr>
              <a:t>Before submission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AD429B-7BB4-40BC-97A7-D394696D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B4CEE1-7B4D-472B-A6E3-298C945C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717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4F7F8"/>
                </a:solidFill>
              </a:defRPr>
            </a:defPPr>
            <a:lvl1pPr algn="l">
              <a:defRPr sz="1275" b="1">
                <a:solidFill>
                  <a:srgbClr val="F4F7F8"/>
                </a:solidFill>
              </a:defRPr>
            </a:lvl1pPr>
            <a:lvl2pPr algn="l">
              <a:defRPr sz="1275" b="1">
                <a:solidFill>
                  <a:srgbClr val="F4F7F8"/>
                </a:solidFill>
              </a:defRPr>
            </a:lvl2pPr>
            <a:lvl3pPr algn="l">
              <a:defRPr sz="1275" b="1">
                <a:solidFill>
                  <a:srgbClr val="F4F7F8"/>
                </a:solidFill>
              </a:defRPr>
            </a:lvl3pPr>
            <a:lvl4pPr algn="l">
              <a:defRPr sz="1275" b="1">
                <a:solidFill>
                  <a:srgbClr val="F4F7F8"/>
                </a:solidFill>
              </a:defRPr>
            </a:lvl4pPr>
            <a:lvl5pPr algn="l">
              <a:defRPr sz="1275" b="1">
                <a:solidFill>
                  <a:srgbClr val="F4F7F8"/>
                </a:solidFill>
              </a:defRPr>
            </a:lvl5pPr>
            <a:lvl6pPr algn="l">
              <a:defRPr sz="1275" b="1">
                <a:solidFill>
                  <a:srgbClr val="F4F7F8"/>
                </a:solidFill>
              </a:defRPr>
            </a:lvl6pPr>
            <a:lvl7pPr algn="l">
              <a:defRPr sz="1275" b="1">
                <a:solidFill>
                  <a:srgbClr val="F4F7F8"/>
                </a:solidFill>
              </a:defRPr>
            </a:lvl7pPr>
            <a:lvl8pPr algn="l">
              <a:defRPr sz="1275" b="1">
                <a:solidFill>
                  <a:srgbClr val="F4F7F8"/>
                </a:solidFill>
              </a:defRPr>
            </a:lvl8pPr>
            <a:lvl9pPr algn="l">
              <a:defRPr sz="127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7F8"/>
                </a:solidFill>
              </a:defRPr>
            </a:pPr>
            <a:r>
              <a:rPr sz="1275" b="1">
                <a:solidFill>
                  <a:srgbClr val="F4F7F8"/>
                </a:solidFill>
              </a:rPr>
              <a:t>Run clean end-to-end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0BCB6A-B106-41CE-9C09-47035849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194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C4DBDF-B7D0-45B9-B50C-672ABDC5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051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Capture real 3D interface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A765D-885F-49C4-BC52-7993C1CA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528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6C3577-2C3C-4028-9751-25B854EC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385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Record demo and rehearse jury flow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71CA1-67CE-4568-ADCF-F430893E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86250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EFCE4A-10AE-4185-B971-A35BE420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7195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4F7F8"/>
                </a:solidFill>
              </a:defRPr>
            </a:defPPr>
            <a:lvl1pPr algn="l">
              <a:defRPr sz="1275" b="0">
                <a:solidFill>
                  <a:srgbClr val="F4F7F8"/>
                </a:solidFill>
              </a:defRPr>
            </a:lvl1pPr>
            <a:lvl2pPr algn="l">
              <a:defRPr sz="1275" b="0">
                <a:solidFill>
                  <a:srgbClr val="F4F7F8"/>
                </a:solidFill>
              </a:defRPr>
            </a:lvl2pPr>
            <a:lvl3pPr algn="l">
              <a:defRPr sz="1275" b="0">
                <a:solidFill>
                  <a:srgbClr val="F4F7F8"/>
                </a:solidFill>
              </a:defRPr>
            </a:lvl3pPr>
            <a:lvl4pPr algn="l">
              <a:defRPr sz="1275" b="0">
                <a:solidFill>
                  <a:srgbClr val="F4F7F8"/>
                </a:solidFill>
              </a:defRPr>
            </a:lvl4pPr>
            <a:lvl5pPr algn="l">
              <a:defRPr sz="1275" b="0">
                <a:solidFill>
                  <a:srgbClr val="F4F7F8"/>
                </a:solidFill>
              </a:defRPr>
            </a:lvl5pPr>
            <a:lvl6pPr algn="l">
              <a:defRPr sz="1275" b="0">
                <a:solidFill>
                  <a:srgbClr val="F4F7F8"/>
                </a:solidFill>
              </a:defRPr>
            </a:lvl6pPr>
            <a:lvl7pPr algn="l">
              <a:defRPr sz="1275" b="0">
                <a:solidFill>
                  <a:srgbClr val="F4F7F8"/>
                </a:solidFill>
              </a:defRPr>
            </a:lvl7pPr>
            <a:lvl8pPr algn="l">
              <a:defRPr sz="1275" b="0">
                <a:solidFill>
                  <a:srgbClr val="F4F7F8"/>
                </a:solidFill>
              </a:defRPr>
            </a:lvl8pPr>
            <a:lvl9pPr algn="l">
              <a:defRPr sz="1275" b="0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7F8"/>
                </a:solidFill>
              </a:defRPr>
            </a:pPr>
            <a:r>
              <a:rPr sz="1275" b="0">
                <a:solidFill>
                  <a:srgbClr val="F4F7F8"/>
                </a:solidFill>
              </a:rPr>
              <a:t>Confirm final commit on official main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E04D65-1ADF-43B7-920B-8663C8F2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572125"/>
            <a:ext cx="5238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6BABF-0FCE-430D-99E2-A3E33792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5591175"/>
            <a:ext cx="501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32D6C5"/>
                </a:solidFill>
              </a:defRPr>
            </a:defPPr>
            <a:lvl1pPr algn="ctr">
              <a:defRPr sz="975" b="1">
                <a:solidFill>
                  <a:srgbClr val="32D6C5"/>
                </a:solidFill>
              </a:defRPr>
            </a:lvl1pPr>
            <a:lvl2pPr algn="ctr">
              <a:defRPr sz="975" b="1">
                <a:solidFill>
                  <a:srgbClr val="32D6C5"/>
                </a:solidFill>
              </a:defRPr>
            </a:lvl2pPr>
            <a:lvl3pPr algn="ctr">
              <a:defRPr sz="975" b="1">
                <a:solidFill>
                  <a:srgbClr val="32D6C5"/>
                </a:solidFill>
              </a:defRPr>
            </a:lvl3pPr>
            <a:lvl4pPr algn="ctr">
              <a:defRPr sz="975" b="1">
                <a:solidFill>
                  <a:srgbClr val="32D6C5"/>
                </a:solidFill>
              </a:defRPr>
            </a:lvl4pPr>
            <a:lvl5pPr algn="ctr">
              <a:defRPr sz="975" b="1">
                <a:solidFill>
                  <a:srgbClr val="32D6C5"/>
                </a:solidFill>
              </a:defRPr>
            </a:lvl5pPr>
            <a:lvl6pPr algn="ctr">
              <a:defRPr sz="975" b="1">
                <a:solidFill>
                  <a:srgbClr val="32D6C5"/>
                </a:solidFill>
              </a:defRPr>
            </a:lvl6pPr>
            <a:lvl7pPr algn="ctr">
              <a:defRPr sz="975" b="1">
                <a:solidFill>
                  <a:srgbClr val="32D6C5"/>
                </a:solidFill>
              </a:defRPr>
            </a:lvl7pPr>
            <a:lvl8pPr algn="ctr">
              <a:defRPr sz="975" b="1">
                <a:solidFill>
                  <a:srgbClr val="32D6C5"/>
                </a:solidFill>
              </a:defRPr>
            </a:lvl8pPr>
            <a:lvl9pPr algn="ctr">
              <a:defRPr sz="97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32D6C5"/>
                </a:solidFill>
              </a:defRPr>
            </a:pPr>
            <a:r>
              <a:rPr sz="975" b="1">
                <a:solidFill>
                  <a:srgbClr val="32D6C5"/>
                </a:solidFill>
              </a:rPr>
              <a:t>NO FABRICATED TELEMETRY • NO HIDDEN CLAIMS</a:t>
            </a:r>
          </a:p>
        </p:txBody>
      </p:sp>
    </p:spTree>
    <p:extLst>
      <p:ext uri="{BB962C8B-B14F-4D97-AF65-F5344CB8AC3E}">
        <p14:creationId xmlns:p14="http://schemas.microsoft.com/office/powerpoint/2010/main" val="3819664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B89C6C-C6EB-44B8-B325-1C32619A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A3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99F56-35C9-4F9D-B3F5-DBC88D34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04900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4F7F8"/>
                </a:solidFill>
              </a:defRPr>
            </a:defPPr>
            <a:lvl1pPr algn="l">
              <a:defRPr sz="3150" b="1">
                <a:solidFill>
                  <a:srgbClr val="F4F7F8"/>
                </a:solidFill>
              </a:defRPr>
            </a:lvl1pPr>
            <a:lvl2pPr algn="l">
              <a:defRPr sz="3150" b="1">
                <a:solidFill>
                  <a:srgbClr val="F4F7F8"/>
                </a:solidFill>
              </a:defRPr>
            </a:lvl2pPr>
            <a:lvl3pPr algn="l">
              <a:defRPr sz="3150" b="1">
                <a:solidFill>
                  <a:srgbClr val="F4F7F8"/>
                </a:solidFill>
              </a:defRPr>
            </a:lvl3pPr>
            <a:lvl4pPr algn="l">
              <a:defRPr sz="3150" b="1">
                <a:solidFill>
                  <a:srgbClr val="F4F7F8"/>
                </a:solidFill>
              </a:defRPr>
            </a:lvl4pPr>
            <a:lvl5pPr algn="l">
              <a:defRPr sz="3150" b="1">
                <a:solidFill>
                  <a:srgbClr val="F4F7F8"/>
                </a:solidFill>
              </a:defRPr>
            </a:lvl5pPr>
            <a:lvl6pPr algn="l">
              <a:defRPr sz="3150" b="1">
                <a:solidFill>
                  <a:srgbClr val="F4F7F8"/>
                </a:solidFill>
              </a:defRPr>
            </a:lvl6pPr>
            <a:lvl7pPr algn="l">
              <a:defRPr sz="3150" b="1">
                <a:solidFill>
                  <a:srgbClr val="F4F7F8"/>
                </a:solidFill>
              </a:defRPr>
            </a:lvl7pPr>
            <a:lvl8pPr algn="l">
              <a:defRPr sz="3150" b="1">
                <a:solidFill>
                  <a:srgbClr val="F4F7F8"/>
                </a:solidFill>
              </a:defRPr>
            </a:lvl8pPr>
            <a:lvl9pPr algn="l">
              <a:defRPr sz="3150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F4F7F8"/>
                </a:solidFill>
              </a:defRPr>
            </a:pPr>
            <a:r>
              <a:rPr sz="3150" b="1">
                <a:solidFill>
                  <a:srgbClr val="F4F7F8"/>
                </a:solidFill>
              </a:rPr>
              <a:t>Ademix turns mine events into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C07A6-4CF1-4DD2-A65C-7BF157B0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71675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FF8A35"/>
                </a:solidFill>
              </a:defRPr>
            </a:defPPr>
            <a:lvl1pPr algn="l">
              <a:defRPr sz="1950" b="1">
                <a:solidFill>
                  <a:srgbClr val="FF8A35"/>
                </a:solidFill>
              </a:defRPr>
            </a:lvl1pPr>
            <a:lvl2pPr algn="l">
              <a:defRPr sz="1950" b="1">
                <a:solidFill>
                  <a:srgbClr val="FF8A35"/>
                </a:solidFill>
              </a:defRPr>
            </a:lvl2pPr>
            <a:lvl3pPr algn="l">
              <a:defRPr sz="1950" b="1">
                <a:solidFill>
                  <a:srgbClr val="FF8A35"/>
                </a:solidFill>
              </a:defRPr>
            </a:lvl3pPr>
            <a:lvl4pPr algn="l">
              <a:defRPr sz="1950" b="1">
                <a:solidFill>
                  <a:srgbClr val="FF8A35"/>
                </a:solidFill>
              </a:defRPr>
            </a:lvl4pPr>
            <a:lvl5pPr algn="l">
              <a:defRPr sz="1950" b="1">
                <a:solidFill>
                  <a:srgbClr val="FF8A35"/>
                </a:solidFill>
              </a:defRPr>
            </a:lvl5pPr>
            <a:lvl6pPr algn="l">
              <a:defRPr sz="1950" b="1">
                <a:solidFill>
                  <a:srgbClr val="FF8A35"/>
                </a:solidFill>
              </a:defRPr>
            </a:lvl6pPr>
            <a:lvl7pPr algn="l">
              <a:defRPr sz="1950" b="1">
                <a:solidFill>
                  <a:srgbClr val="FF8A35"/>
                </a:solidFill>
              </a:defRPr>
            </a:lvl7pPr>
            <a:lvl8pPr algn="l">
              <a:defRPr sz="1950" b="1">
                <a:solidFill>
                  <a:srgbClr val="FF8A35"/>
                </a:solidFill>
              </a:defRPr>
            </a:lvl8pPr>
            <a:lvl9pPr algn="l">
              <a:defRPr sz="1950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F8A35"/>
                </a:solidFill>
              </a:defRPr>
            </a:pPr>
            <a:r>
              <a:rPr sz="1950" b="1">
                <a:solidFill>
                  <a:srgbClr val="FF8A35"/>
                </a:solidFill>
              </a:rPr>
              <a:t>Connected twins. Visible material flow. Measurable scenarios.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60619-FFA2-47E2-A52B-58E63489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A1C20-B7F9-4C22-A1CF-73EA5CF0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480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32D6C5"/>
                </a:solidFill>
              </a:defRPr>
            </a:defPPr>
            <a:lvl1pPr algn="l">
              <a:defRPr sz="2325" b="1">
                <a:solidFill>
                  <a:srgbClr val="32D6C5"/>
                </a:solidFill>
              </a:defRPr>
            </a:lvl1pPr>
            <a:lvl2pPr algn="l">
              <a:defRPr sz="2325" b="1">
                <a:solidFill>
                  <a:srgbClr val="32D6C5"/>
                </a:solidFill>
              </a:defRPr>
            </a:lvl2pPr>
            <a:lvl3pPr algn="l">
              <a:defRPr sz="2325" b="1">
                <a:solidFill>
                  <a:srgbClr val="32D6C5"/>
                </a:solidFill>
              </a:defRPr>
            </a:lvl3pPr>
            <a:lvl4pPr algn="l">
              <a:defRPr sz="2325" b="1">
                <a:solidFill>
                  <a:srgbClr val="32D6C5"/>
                </a:solidFill>
              </a:defRPr>
            </a:lvl4pPr>
            <a:lvl5pPr algn="l">
              <a:defRPr sz="2325" b="1">
                <a:solidFill>
                  <a:srgbClr val="32D6C5"/>
                </a:solidFill>
              </a:defRPr>
            </a:lvl5pPr>
            <a:lvl6pPr algn="l">
              <a:defRPr sz="2325" b="1">
                <a:solidFill>
                  <a:srgbClr val="32D6C5"/>
                </a:solidFill>
              </a:defRPr>
            </a:lvl6pPr>
            <a:lvl7pPr algn="l">
              <a:defRPr sz="2325" b="1">
                <a:solidFill>
                  <a:srgbClr val="32D6C5"/>
                </a:solidFill>
              </a:defRPr>
            </a:lvl7pPr>
            <a:lvl8pPr algn="l">
              <a:defRPr sz="2325" b="1">
                <a:solidFill>
                  <a:srgbClr val="32D6C5"/>
                </a:solidFill>
              </a:defRPr>
            </a:lvl8pPr>
            <a:lvl9pPr algn="l">
              <a:defRPr sz="23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32D6C5"/>
                </a:solidFill>
              </a:defRPr>
            </a:pPr>
            <a:r>
              <a:rPr sz="2325" b="1">
                <a:solidFill>
                  <a:srgbClr val="32D6C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CCDA8-E6EB-4F68-BFB4-E2CBAEE7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29000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4F7F8"/>
                </a:solidFill>
              </a:defRPr>
            </a:defPPr>
            <a:lvl1pPr algn="l">
              <a:defRPr sz="1425" b="1">
                <a:solidFill>
                  <a:srgbClr val="F4F7F8"/>
                </a:solidFill>
              </a:defRPr>
            </a:lvl1pPr>
            <a:lvl2pPr algn="l">
              <a:defRPr sz="1425" b="1">
                <a:solidFill>
                  <a:srgbClr val="F4F7F8"/>
                </a:solidFill>
              </a:defRPr>
            </a:lvl2pPr>
            <a:lvl3pPr algn="l">
              <a:defRPr sz="1425" b="1">
                <a:solidFill>
                  <a:srgbClr val="F4F7F8"/>
                </a:solidFill>
              </a:defRPr>
            </a:lvl3pPr>
            <a:lvl4pPr algn="l">
              <a:defRPr sz="1425" b="1">
                <a:solidFill>
                  <a:srgbClr val="F4F7F8"/>
                </a:solidFill>
              </a:defRPr>
            </a:lvl4pPr>
            <a:lvl5pPr algn="l">
              <a:defRPr sz="1425" b="1">
                <a:solidFill>
                  <a:srgbClr val="F4F7F8"/>
                </a:solidFill>
              </a:defRPr>
            </a:lvl5pPr>
            <a:lvl6pPr algn="l">
              <a:defRPr sz="1425" b="1">
                <a:solidFill>
                  <a:srgbClr val="F4F7F8"/>
                </a:solidFill>
              </a:defRPr>
            </a:lvl6pPr>
            <a:lvl7pPr algn="l">
              <a:defRPr sz="1425" b="1">
                <a:solidFill>
                  <a:srgbClr val="F4F7F8"/>
                </a:solidFill>
              </a:defRPr>
            </a:lvl7pPr>
            <a:lvl8pPr algn="l">
              <a:defRPr sz="1425" b="1">
                <a:solidFill>
                  <a:srgbClr val="F4F7F8"/>
                </a:solidFill>
              </a:defRPr>
            </a:lvl8pPr>
            <a:lvl9pPr algn="l">
              <a:defRPr sz="14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7F8"/>
                </a:solidFill>
              </a:defRPr>
            </a:pPr>
            <a:r>
              <a:rPr sz="1425" b="1">
                <a:solidFill>
                  <a:srgbClr val="F4F7F8"/>
                </a:solidFill>
              </a:rPr>
              <a:t>Select an asset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CC4A8-0DEB-4F8C-BF0D-B0282A6B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23850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3B574-85A6-4354-8905-71DB74BE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480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32D6C5"/>
                </a:solidFill>
              </a:defRPr>
            </a:defPPr>
            <a:lvl1pPr algn="l">
              <a:defRPr sz="2325" b="1">
                <a:solidFill>
                  <a:srgbClr val="32D6C5"/>
                </a:solidFill>
              </a:defRPr>
            </a:lvl1pPr>
            <a:lvl2pPr algn="l">
              <a:defRPr sz="2325" b="1">
                <a:solidFill>
                  <a:srgbClr val="32D6C5"/>
                </a:solidFill>
              </a:defRPr>
            </a:lvl2pPr>
            <a:lvl3pPr algn="l">
              <a:defRPr sz="2325" b="1">
                <a:solidFill>
                  <a:srgbClr val="32D6C5"/>
                </a:solidFill>
              </a:defRPr>
            </a:lvl3pPr>
            <a:lvl4pPr algn="l">
              <a:defRPr sz="2325" b="1">
                <a:solidFill>
                  <a:srgbClr val="32D6C5"/>
                </a:solidFill>
              </a:defRPr>
            </a:lvl4pPr>
            <a:lvl5pPr algn="l">
              <a:defRPr sz="2325" b="1">
                <a:solidFill>
                  <a:srgbClr val="32D6C5"/>
                </a:solidFill>
              </a:defRPr>
            </a:lvl5pPr>
            <a:lvl6pPr algn="l">
              <a:defRPr sz="2325" b="1">
                <a:solidFill>
                  <a:srgbClr val="32D6C5"/>
                </a:solidFill>
              </a:defRPr>
            </a:lvl6pPr>
            <a:lvl7pPr algn="l">
              <a:defRPr sz="2325" b="1">
                <a:solidFill>
                  <a:srgbClr val="32D6C5"/>
                </a:solidFill>
              </a:defRPr>
            </a:lvl7pPr>
            <a:lvl8pPr algn="l">
              <a:defRPr sz="2325" b="1">
                <a:solidFill>
                  <a:srgbClr val="32D6C5"/>
                </a:solidFill>
              </a:defRPr>
            </a:lvl8pPr>
            <a:lvl9pPr algn="l">
              <a:defRPr sz="23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32D6C5"/>
                </a:solidFill>
              </a:defRPr>
            </a:pPr>
            <a:r>
              <a:rPr sz="2325" b="1">
                <a:solidFill>
                  <a:srgbClr val="32D6C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44247-D05A-48F7-B898-5EFA654D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429000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4F7F8"/>
                </a:solidFill>
              </a:defRPr>
            </a:defPPr>
            <a:lvl1pPr algn="l">
              <a:defRPr sz="1425" b="1">
                <a:solidFill>
                  <a:srgbClr val="F4F7F8"/>
                </a:solidFill>
              </a:defRPr>
            </a:lvl1pPr>
            <a:lvl2pPr algn="l">
              <a:defRPr sz="1425" b="1">
                <a:solidFill>
                  <a:srgbClr val="F4F7F8"/>
                </a:solidFill>
              </a:defRPr>
            </a:lvl2pPr>
            <a:lvl3pPr algn="l">
              <a:defRPr sz="1425" b="1">
                <a:solidFill>
                  <a:srgbClr val="F4F7F8"/>
                </a:solidFill>
              </a:defRPr>
            </a:lvl3pPr>
            <a:lvl4pPr algn="l">
              <a:defRPr sz="1425" b="1">
                <a:solidFill>
                  <a:srgbClr val="F4F7F8"/>
                </a:solidFill>
              </a:defRPr>
            </a:lvl4pPr>
            <a:lvl5pPr algn="l">
              <a:defRPr sz="1425" b="1">
                <a:solidFill>
                  <a:srgbClr val="F4F7F8"/>
                </a:solidFill>
              </a:defRPr>
            </a:lvl5pPr>
            <a:lvl6pPr algn="l">
              <a:defRPr sz="1425" b="1">
                <a:solidFill>
                  <a:srgbClr val="F4F7F8"/>
                </a:solidFill>
              </a:defRPr>
            </a:lvl6pPr>
            <a:lvl7pPr algn="l">
              <a:defRPr sz="1425" b="1">
                <a:solidFill>
                  <a:srgbClr val="F4F7F8"/>
                </a:solidFill>
              </a:defRPr>
            </a:lvl7pPr>
            <a:lvl8pPr algn="l">
              <a:defRPr sz="1425" b="1">
                <a:solidFill>
                  <a:srgbClr val="F4F7F8"/>
                </a:solidFill>
              </a:defRPr>
            </a:lvl8pPr>
            <a:lvl9pPr algn="l">
              <a:defRPr sz="14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7F8"/>
                </a:solidFill>
              </a:defRPr>
            </a:pPr>
            <a:r>
              <a:rPr sz="1425" b="1">
                <a:solidFill>
                  <a:srgbClr val="F4F7F8"/>
                </a:solidFill>
              </a:rPr>
              <a:t>Trigger a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26333-8954-4180-9D79-70920625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3850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1F2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0C7038-8DCF-4583-905C-2DCF4502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480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32D6C5"/>
                </a:solidFill>
              </a:defRPr>
            </a:defPPr>
            <a:lvl1pPr algn="l">
              <a:defRPr sz="2325" b="1">
                <a:solidFill>
                  <a:srgbClr val="32D6C5"/>
                </a:solidFill>
              </a:defRPr>
            </a:lvl1pPr>
            <a:lvl2pPr algn="l">
              <a:defRPr sz="2325" b="1">
                <a:solidFill>
                  <a:srgbClr val="32D6C5"/>
                </a:solidFill>
              </a:defRPr>
            </a:lvl2pPr>
            <a:lvl3pPr algn="l">
              <a:defRPr sz="2325" b="1">
                <a:solidFill>
                  <a:srgbClr val="32D6C5"/>
                </a:solidFill>
              </a:defRPr>
            </a:lvl3pPr>
            <a:lvl4pPr algn="l">
              <a:defRPr sz="2325" b="1">
                <a:solidFill>
                  <a:srgbClr val="32D6C5"/>
                </a:solidFill>
              </a:defRPr>
            </a:lvl4pPr>
            <a:lvl5pPr algn="l">
              <a:defRPr sz="2325" b="1">
                <a:solidFill>
                  <a:srgbClr val="32D6C5"/>
                </a:solidFill>
              </a:defRPr>
            </a:lvl5pPr>
            <a:lvl6pPr algn="l">
              <a:defRPr sz="2325" b="1">
                <a:solidFill>
                  <a:srgbClr val="32D6C5"/>
                </a:solidFill>
              </a:defRPr>
            </a:lvl6pPr>
            <a:lvl7pPr algn="l">
              <a:defRPr sz="2325" b="1">
                <a:solidFill>
                  <a:srgbClr val="32D6C5"/>
                </a:solidFill>
              </a:defRPr>
            </a:lvl7pPr>
            <a:lvl8pPr algn="l">
              <a:defRPr sz="2325" b="1">
                <a:solidFill>
                  <a:srgbClr val="32D6C5"/>
                </a:solidFill>
              </a:defRPr>
            </a:lvl8pPr>
            <a:lvl9pPr algn="l">
              <a:defRPr sz="2325" b="1">
                <a:solidFill>
                  <a:srgbClr val="32D6C5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32D6C5"/>
                </a:solidFill>
              </a:defRPr>
            </a:pPr>
            <a:r>
              <a:rPr sz="2325" b="1">
                <a:solidFill>
                  <a:srgbClr val="32D6C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D2BDCB-A0D0-4A04-8B92-CCE09844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4F7F8"/>
                </a:solidFill>
              </a:defRPr>
            </a:defPPr>
            <a:lvl1pPr algn="l">
              <a:defRPr sz="1425" b="1">
                <a:solidFill>
                  <a:srgbClr val="F4F7F8"/>
                </a:solidFill>
              </a:defRPr>
            </a:lvl1pPr>
            <a:lvl2pPr algn="l">
              <a:defRPr sz="1425" b="1">
                <a:solidFill>
                  <a:srgbClr val="F4F7F8"/>
                </a:solidFill>
              </a:defRPr>
            </a:lvl2pPr>
            <a:lvl3pPr algn="l">
              <a:defRPr sz="1425" b="1">
                <a:solidFill>
                  <a:srgbClr val="F4F7F8"/>
                </a:solidFill>
              </a:defRPr>
            </a:lvl3pPr>
            <a:lvl4pPr algn="l">
              <a:defRPr sz="1425" b="1">
                <a:solidFill>
                  <a:srgbClr val="F4F7F8"/>
                </a:solidFill>
              </a:defRPr>
            </a:lvl4pPr>
            <a:lvl5pPr algn="l">
              <a:defRPr sz="1425" b="1">
                <a:solidFill>
                  <a:srgbClr val="F4F7F8"/>
                </a:solidFill>
              </a:defRPr>
            </a:lvl5pPr>
            <a:lvl6pPr algn="l">
              <a:defRPr sz="1425" b="1">
                <a:solidFill>
                  <a:srgbClr val="F4F7F8"/>
                </a:solidFill>
              </a:defRPr>
            </a:lvl6pPr>
            <a:lvl7pPr algn="l">
              <a:defRPr sz="1425" b="1">
                <a:solidFill>
                  <a:srgbClr val="F4F7F8"/>
                </a:solidFill>
              </a:defRPr>
            </a:lvl7pPr>
            <a:lvl8pPr algn="l">
              <a:defRPr sz="1425" b="1">
                <a:solidFill>
                  <a:srgbClr val="F4F7F8"/>
                </a:solidFill>
              </a:defRPr>
            </a:lvl8pPr>
            <a:lvl9pPr algn="l">
              <a:defRPr sz="1425" b="1">
                <a:solidFill>
                  <a:srgbClr val="F4F7F8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7F8"/>
                </a:solidFill>
              </a:defRPr>
            </a:pPr>
            <a:r>
              <a:rPr sz="1425" b="1">
                <a:solidFill>
                  <a:srgbClr val="F4F7F8"/>
                </a:solidFill>
              </a:rPr>
              <a:t>Compare throughput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80DCE4-3EFB-4D6D-93A8-945500C9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05375"/>
            <a:ext cx="2857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62A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F50D72-1BBD-49AC-9B2D-365D2E77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2442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8A35"/>
                </a:solidFill>
              </a:defRPr>
            </a:defPPr>
            <a:lvl1pPr algn="ctr">
              <a:defRPr sz="975" b="1">
                <a:solidFill>
                  <a:srgbClr val="FF8A35"/>
                </a:solidFill>
              </a:defRPr>
            </a:lvl1pPr>
            <a:lvl2pPr algn="ctr">
              <a:defRPr sz="975" b="1">
                <a:solidFill>
                  <a:srgbClr val="FF8A35"/>
                </a:solidFill>
              </a:defRPr>
            </a:lvl2pPr>
            <a:lvl3pPr algn="ctr">
              <a:defRPr sz="975" b="1">
                <a:solidFill>
                  <a:srgbClr val="FF8A35"/>
                </a:solidFill>
              </a:defRPr>
            </a:lvl3pPr>
            <a:lvl4pPr algn="ctr">
              <a:defRPr sz="975" b="1">
                <a:solidFill>
                  <a:srgbClr val="FF8A35"/>
                </a:solidFill>
              </a:defRPr>
            </a:lvl4pPr>
            <a:lvl5pPr algn="ctr">
              <a:defRPr sz="975" b="1">
                <a:solidFill>
                  <a:srgbClr val="FF8A35"/>
                </a:solidFill>
              </a:defRPr>
            </a:lvl5pPr>
            <a:lvl6pPr algn="ctr">
              <a:defRPr sz="975" b="1">
                <a:solidFill>
                  <a:srgbClr val="FF8A35"/>
                </a:solidFill>
              </a:defRPr>
            </a:lvl6pPr>
            <a:lvl7pPr algn="ctr">
              <a:defRPr sz="975" b="1">
                <a:solidFill>
                  <a:srgbClr val="FF8A35"/>
                </a:solidFill>
              </a:defRPr>
            </a:lvl7pPr>
            <a:lvl8pPr algn="ctr">
              <a:defRPr sz="975" b="1">
                <a:solidFill>
                  <a:srgbClr val="FF8A35"/>
                </a:solidFill>
              </a:defRPr>
            </a:lvl8pPr>
            <a:lvl9pPr algn="ctr">
              <a:defRPr sz="975" b="1">
                <a:solidFill>
                  <a:srgbClr val="FF8A35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FF8A35"/>
                </a:solidFill>
              </a:defRPr>
            </a:pPr>
            <a:r>
              <a:rPr sz="975" b="1">
                <a:solidFill>
                  <a:srgbClr val="FF8A35"/>
                </a:solidFill>
              </a:rPr>
              <a:t>OPEN http://localhost:8090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AAFD6-AFA7-4A58-AC81-723F7C94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9B6BC"/>
                </a:solidFill>
              </a:defRPr>
            </a:defPPr>
            <a:lvl1pPr algn="l">
              <a:defRPr sz="1200" b="0">
                <a:solidFill>
                  <a:srgbClr val="A9B6BC"/>
                </a:solidFill>
              </a:defRPr>
            </a:lvl1pPr>
            <a:lvl2pPr algn="l">
              <a:defRPr sz="1200" b="0">
                <a:solidFill>
                  <a:srgbClr val="A9B6BC"/>
                </a:solidFill>
              </a:defRPr>
            </a:lvl2pPr>
            <a:lvl3pPr algn="l">
              <a:defRPr sz="1200" b="0">
                <a:solidFill>
                  <a:srgbClr val="A9B6BC"/>
                </a:solidFill>
              </a:defRPr>
            </a:lvl3pPr>
            <a:lvl4pPr algn="l">
              <a:defRPr sz="1200" b="0">
                <a:solidFill>
                  <a:srgbClr val="A9B6BC"/>
                </a:solidFill>
              </a:defRPr>
            </a:lvl4pPr>
            <a:lvl5pPr algn="l">
              <a:defRPr sz="1200" b="0">
                <a:solidFill>
                  <a:srgbClr val="A9B6BC"/>
                </a:solidFill>
              </a:defRPr>
            </a:lvl5pPr>
            <a:lvl6pPr algn="l">
              <a:defRPr sz="1200" b="0">
                <a:solidFill>
                  <a:srgbClr val="A9B6BC"/>
                </a:solidFill>
              </a:defRPr>
            </a:lvl6pPr>
            <a:lvl7pPr algn="l">
              <a:defRPr sz="1200" b="0">
                <a:solidFill>
                  <a:srgbClr val="A9B6BC"/>
                </a:solidFill>
              </a:defRPr>
            </a:lvl7pPr>
            <a:lvl8pPr algn="l">
              <a:defRPr sz="1200" b="0">
                <a:solidFill>
                  <a:srgbClr val="A9B6BC"/>
                </a:solidFill>
              </a:defRPr>
            </a:lvl8pPr>
            <a:lvl9pPr algn="l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Team Ademix • Digital Mine on OpenEgiz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BEA76-D538-405E-82BD-D464F74E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905500"/>
            <a:ext cx="3857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A9B6BC"/>
                </a:solidFill>
              </a:defRPr>
            </a:defPPr>
            <a:lvl1pPr algn="r">
              <a:defRPr sz="1200" b="0">
                <a:solidFill>
                  <a:srgbClr val="A9B6BC"/>
                </a:solidFill>
              </a:defRPr>
            </a:lvl1pPr>
            <a:lvl2pPr algn="r">
              <a:defRPr sz="1200" b="0">
                <a:solidFill>
                  <a:srgbClr val="A9B6BC"/>
                </a:solidFill>
              </a:defRPr>
            </a:lvl2pPr>
            <a:lvl3pPr algn="r">
              <a:defRPr sz="1200" b="0">
                <a:solidFill>
                  <a:srgbClr val="A9B6BC"/>
                </a:solidFill>
              </a:defRPr>
            </a:lvl3pPr>
            <a:lvl4pPr algn="r">
              <a:defRPr sz="1200" b="0">
                <a:solidFill>
                  <a:srgbClr val="A9B6BC"/>
                </a:solidFill>
              </a:defRPr>
            </a:lvl4pPr>
            <a:lvl5pPr algn="r">
              <a:defRPr sz="1200" b="0">
                <a:solidFill>
                  <a:srgbClr val="A9B6BC"/>
                </a:solidFill>
              </a:defRPr>
            </a:lvl5pPr>
            <a:lvl6pPr algn="r">
              <a:defRPr sz="1200" b="0">
                <a:solidFill>
                  <a:srgbClr val="A9B6BC"/>
                </a:solidFill>
              </a:defRPr>
            </a:lvl6pPr>
            <a:lvl7pPr algn="r">
              <a:defRPr sz="1200" b="0">
                <a:solidFill>
                  <a:srgbClr val="A9B6BC"/>
                </a:solidFill>
              </a:defRPr>
            </a:lvl7pPr>
            <a:lvl8pPr algn="r">
              <a:defRPr sz="1200" b="0">
                <a:solidFill>
                  <a:srgbClr val="A9B6BC"/>
                </a:solidFill>
              </a:defRPr>
            </a:lvl8pPr>
            <a:lvl9pPr algn="r">
              <a:defRPr sz="1200" b="0">
                <a:solidFill>
                  <a:srgbClr val="A9B6BC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A9B6BC"/>
                </a:solidFill>
              </a:defRPr>
            </a:pPr>
            <a:r>
              <a:rPr sz="1200" b="0">
                <a:solidFill>
                  <a:srgbClr val="A9B6BC"/>
                </a:solidFill>
              </a:rPr>
              <a:t>github.com/openegiz-contest/team-111</a:t>
            </a:r>
          </a:p>
        </p:txBody>
      </p:sp>
    </p:spTree>
    <p:extLst>
      <p:ext uri="{BB962C8B-B14F-4D97-AF65-F5344CB8AC3E}">
        <p14:creationId xmlns:p14="http://schemas.microsoft.com/office/powerpoint/2010/main" val="14191757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2026-10-21T20:02:12.5070000Z</dcterms:created>
  <dcterms:modified xsi:type="dcterms:W3CDTF">2026-10-21T20:02:12.5080000Z</dcterms:modified>
</coreProperties>
</file>