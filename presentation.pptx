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89ae6f27cf4d1d" /><Relationship Type="http://schemas.openxmlformats.org/officeDocument/2006/relationships/extended-properties" Target="/docProps/app.xml" Id="Rf5de803cf94f4b7b" /><Relationship Type="http://schemas.openxmlformats.org/officeDocument/2006/relationships/officeDocument" Target="/ppt/presentation.xml" Id="R691d643d2ea84d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746e57e5b94b09"/>
  </p:sldMasterIdLst>
  <p:notesMasterIdLst>
    <p:notesMasterId xmlns:r="http://schemas.openxmlformats.org/officeDocument/2006/relationships" r:id="R3c1bb667e7b549f9"/>
  </p:notesMasterIdLst>
  <p:sldIdLst>
    <p:sldId xmlns:r="http://schemas.openxmlformats.org/officeDocument/2006/relationships" id="256" r:id="R3d0c9005dfa449df"/>
    <p:sldId xmlns:r="http://schemas.openxmlformats.org/officeDocument/2006/relationships" id="257" r:id="R19a0d92819534999"/>
    <p:sldId xmlns:r="http://schemas.openxmlformats.org/officeDocument/2006/relationships" id="258" r:id="Rfcc2fea206bb4985"/>
    <p:sldId xmlns:r="http://schemas.openxmlformats.org/officeDocument/2006/relationships" id="259" r:id="R7b6f18cbab3b4862"/>
    <p:sldId xmlns:r="http://schemas.openxmlformats.org/officeDocument/2006/relationships" id="260" r:id="R52805f371e7c4f26"/>
    <p:sldId xmlns:r="http://schemas.openxmlformats.org/officeDocument/2006/relationships" id="261" r:id="Rd61a9b42abf44c1c"/>
    <p:sldId xmlns:r="http://schemas.openxmlformats.org/officeDocument/2006/relationships" id="262" r:id="Re903a8cb1c0b473c"/>
    <p:sldId xmlns:r="http://schemas.openxmlformats.org/officeDocument/2006/relationships" id="263" r:id="R18c70add7c8e4b58"/>
    <p:sldId xmlns:r="http://schemas.openxmlformats.org/officeDocument/2006/relationships" id="264" r:id="R0791ba6a134e47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6de9b711fc489a" /><Relationship Type="http://schemas.openxmlformats.org/officeDocument/2006/relationships/slideMaster" Target="/ppt/slideMasters/slideMaster1.xml" Id="Rbd746e57e5b94b09" /><Relationship Type="http://schemas.openxmlformats.org/officeDocument/2006/relationships/notesMaster" Target="/ppt/notesMasters/notesMaster1.xml" Id="R3c1bb667e7b549f9" /><Relationship Type="http://schemas.openxmlformats.org/officeDocument/2006/relationships/presProps" Target="/ppt/presProps.xml" Id="R90b8c1022d9647b7" /><Relationship Type="http://schemas.openxmlformats.org/officeDocument/2006/relationships/tableStyles" Target="/ppt/tableStyles.xml" Id="R85442a8da93247ac" /><Relationship Type="http://schemas.openxmlformats.org/officeDocument/2006/relationships/slide" Target="/ppt/slides/slide1.xml" Id="R3d0c9005dfa449df" /><Relationship Type="http://schemas.openxmlformats.org/officeDocument/2006/relationships/slide" Target="/ppt/slides/slide2.xml" Id="R19a0d92819534999" /><Relationship Type="http://schemas.openxmlformats.org/officeDocument/2006/relationships/slide" Target="/ppt/slides/slide3.xml" Id="Rfcc2fea206bb4985" /><Relationship Type="http://schemas.openxmlformats.org/officeDocument/2006/relationships/slide" Target="/ppt/slides/slide4.xml" Id="R7b6f18cbab3b4862" /><Relationship Type="http://schemas.openxmlformats.org/officeDocument/2006/relationships/slide" Target="/ppt/slides/slide5.xml" Id="R52805f371e7c4f26" /><Relationship Type="http://schemas.openxmlformats.org/officeDocument/2006/relationships/slide" Target="/ppt/slides/slide6.xml" Id="Rd61a9b42abf44c1c" /><Relationship Type="http://schemas.openxmlformats.org/officeDocument/2006/relationships/slide" Target="/ppt/slides/slide7.xml" Id="Re903a8cb1c0b473c" /><Relationship Type="http://schemas.openxmlformats.org/officeDocument/2006/relationships/slide" Target="/ppt/slides/slide8.xml" Id="R18c70add7c8e4b58" /><Relationship Type="http://schemas.openxmlformats.org/officeDocument/2006/relationships/slide" Target="/ppt/slides/slide9.xml" Id="R0791ba6a134e47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0c59a6334f40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0927ac0fa24771" /><Relationship Type="http://schemas.openxmlformats.org/officeDocument/2006/relationships/notesMaster" Target="/ppt/notesMasters/notesMaster1.xml" Id="Re071c558d0c04d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5843b43f904de7" /><Relationship Type="http://schemas.openxmlformats.org/officeDocument/2006/relationships/notesMaster" Target="/ppt/notesMasters/notesMaster1.xml" Id="R498b97f9074246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e2924afde549b2" /><Relationship Type="http://schemas.openxmlformats.org/officeDocument/2006/relationships/notesMaster" Target="/ppt/notesMasters/notesMaster1.xml" Id="Rc773e2c6071d4f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b841893d004bd1" /><Relationship Type="http://schemas.openxmlformats.org/officeDocument/2006/relationships/notesMaster" Target="/ppt/notesMasters/notesMaster1.xml" Id="Rac4f45c5ddd043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dc92da0c2d4058" /><Relationship Type="http://schemas.openxmlformats.org/officeDocument/2006/relationships/notesMaster" Target="/ppt/notesMasters/notesMaster1.xml" Id="R8e3f6fd3c0bf42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782890f66e4df3" /><Relationship Type="http://schemas.openxmlformats.org/officeDocument/2006/relationships/notesMaster" Target="/ppt/notesMasters/notesMaster1.xml" Id="R40469c89162e42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32c6a2978744760" /><Relationship Type="http://schemas.openxmlformats.org/officeDocument/2006/relationships/notesMaster" Target="/ppt/notesMasters/notesMaster1.xml" Id="Rf137de5c745046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023cf9dae2431b" /><Relationship Type="http://schemas.openxmlformats.org/officeDocument/2006/relationships/notesMaster" Target="/ppt/notesMasters/notesMaster1.xml" Id="Rc425266ca4c14a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656a6b835124ca3" /><Relationship Type="http://schemas.openxmlformats.org/officeDocument/2006/relationships/notesMaster" Target="/ppt/notesMasters/notesMaster1.xml" Id="R9c5b6096ba4049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3537847c9c42b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8b6d8dfbc446d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7b3c0c25a24f8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5abf1207d2469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cceaac94e44d1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1e2dabf61842b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3C836E-B146-441F-8588-57E53D56C0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D45817F-13C7-4520-BFF0-D0EF3BE542C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B0854A-3568-496C-A615-CA52E278AA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0E7FD3-BE3B-4110-AEA6-3FFF288D93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300D36B-18C4-47B2-A481-382D6A4686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628CA89-5E9B-4974-8D9F-6A7E26DD7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0FEDB57-8C86-4D1E-8638-0A81D1E320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BA0595B-F911-4CF1-BA7D-ED743DD946F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3D14AA-70A8-41B5-A004-82519DB6A5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290FA07-EF21-4949-83BF-81F0B42B1CC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8e4f5135bf40aa" /><Relationship Type="http://schemas.openxmlformats.org/officeDocument/2006/relationships/slideLayout" Target="/ppt/slideLayouts/slideLayout1.xml" Id="Rdb80ee71b2d9436c" /><Relationship Type="http://schemas.openxmlformats.org/officeDocument/2006/relationships/slideLayout" Target="/ppt/slideLayouts/slideLayout2.xml" Id="R39a2ae0932c04416" /><Relationship Type="http://schemas.openxmlformats.org/officeDocument/2006/relationships/slideLayout" Target="/ppt/slideLayouts/slideLayout3.xml" Id="R0892bca614e74fbc" /><Relationship Type="http://schemas.openxmlformats.org/officeDocument/2006/relationships/slideLayout" Target="/ppt/slideLayouts/slideLayout4.xml" Id="R2d23a1538731427f" /><Relationship Type="http://schemas.openxmlformats.org/officeDocument/2006/relationships/slideLayout" Target="/ppt/slideLayouts/slideLayout5.xml" Id="R90b4731c56d547de" /><Relationship Type="http://schemas.openxmlformats.org/officeDocument/2006/relationships/slideLayout" Target="/ppt/slideLayouts/slideLayout6.xml" Id="R4c44504c9bd745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80ee71b2d9436c"/>
    <p:sldLayoutId xmlns:r="http://schemas.openxmlformats.org/officeDocument/2006/relationships" id="2147483650" r:id="R39a2ae0932c04416"/>
    <p:sldLayoutId xmlns:r="http://schemas.openxmlformats.org/officeDocument/2006/relationships" id="2147483651" r:id="R0892bca614e74fbc"/>
    <p:sldLayoutId xmlns:r="http://schemas.openxmlformats.org/officeDocument/2006/relationships" id="2147483652" r:id="R2d23a1538731427f"/>
    <p:sldLayoutId xmlns:r="http://schemas.openxmlformats.org/officeDocument/2006/relationships" id="2147483653" r:id="R90b4731c56d547de"/>
    <p:sldLayoutId xmlns:r="http://schemas.openxmlformats.org/officeDocument/2006/relationships" id="2147483654" r:id="R4c44504c9bd745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c1b993641744ba" /><Relationship Type="http://schemas.openxmlformats.org/officeDocument/2006/relationships/notesSlide" Target="/ppt/notesSlides/notesSlide1.xml" Id="Rea05fc33ff4f46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af922582f04b34" /><Relationship Type="http://schemas.openxmlformats.org/officeDocument/2006/relationships/notesSlide" Target="/ppt/notesSlides/notesSlide2.xml" Id="R73c3bb221d9542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97ff220be94deb" /><Relationship Type="http://schemas.openxmlformats.org/officeDocument/2006/relationships/notesSlide" Target="/ppt/notesSlides/notesSlide3.xml" Id="R811d843e658845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8874ee79ba49fb" /><Relationship Type="http://schemas.openxmlformats.org/officeDocument/2006/relationships/notesSlide" Target="/ppt/notesSlides/notesSlide4.xml" Id="Rbf964bf5f11845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961428b4ae4071" /><Relationship Type="http://schemas.openxmlformats.org/officeDocument/2006/relationships/notesSlide" Target="/ppt/notesSlides/notesSlide5.xml" Id="R0d4ef987caa8422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0b37d1d40143bc" /><Relationship Type="http://schemas.openxmlformats.org/officeDocument/2006/relationships/notesSlide" Target="/ppt/notesSlides/notesSlide6.xml" Id="Rb5dede81605548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df19cb4f1a4b3e" /><Relationship Type="http://schemas.openxmlformats.org/officeDocument/2006/relationships/chart" Target="/ppt/slides/charts/chart1.xml" Id="Rafadb97f6b6040b4" /><Relationship Type="http://schemas.openxmlformats.org/officeDocument/2006/relationships/notesSlide" Target="/ppt/notesSlides/notesSlide7.xml" Id="R3d20b8a0484849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64d1ad0fc44a0c" /><Relationship Type="http://schemas.openxmlformats.org/officeDocument/2006/relationships/notesSlide" Target="/ppt/notesSlides/notesSlide8.xml" Id="Rd675609c554841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05403fc85b4d78" /><Relationship Type="http://schemas.openxmlformats.org/officeDocument/2006/relationships/notesSlide" Target="/ppt/notesSlides/notesSlide9.xml" Id="R126ce1c40e33434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Projected throughput (t/h)</c:v>
          </c:tx>
          <c:spPr>
            <a:solidFill xmlns:a="http://schemas.openxmlformats.org/drawingml/2006/main">
              <a:srgbClr val="FF8A35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Baseline</c:v>
                </c:pt>
                <c:pt idx="1">
                  <c:v>Truck breakdown</c:v>
                </c:pt>
                <c:pt idx="2">
                  <c:v>Road closure</c:v>
                </c:pt>
                <c:pt idx="3">
                  <c:v>Crusher slowdown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900</c:v>
                </c:pt>
                <c:pt idx="1">
                  <c:v>747</c:v>
                </c:pt>
                <c:pt idx="2">
                  <c:v>648</c:v>
                </c:pt>
                <c:pt idx="3">
                  <c:v>495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31505B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3CA38A-FE67-4FF8-99F9-007384DB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4113E7-D244-4575-BEA1-32B44A40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0"/>
            <a:ext cx="466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F0AB2-5AC0-4B50-B9F3-E14ABD24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809625"/>
            <a:ext cx="371475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B3640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C3B8A-CF73-4633-8F74-B106210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1171575"/>
            <a:ext cx="3262313" cy="3262313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53959-4720-4E01-AFC6-7B6242AF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1533525"/>
            <a:ext cx="2809875" cy="2809875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1B3640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0C1F09-1F3D-4EC2-99A9-A21E3A23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895475"/>
            <a:ext cx="2357438" cy="2357438"/>
          </a:xfrm>
          <a:prstGeom xmlns:a="http://schemas.openxmlformats.org/drawingml/2006/main" prst="roundRect">
            <a:avLst>
              <a:gd name="adj" fmla="val 323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B8F089-1971-4C78-BC46-26F6EB42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257425"/>
            <a:ext cx="19050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B3640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5C3B1-454A-493A-8355-A1CE96B6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619375"/>
            <a:ext cx="1452563" cy="1452563"/>
          </a:xfrm>
          <a:prstGeom xmlns:a="http://schemas.openxmlformats.org/drawingml/2006/main" prst="roundRect">
            <a:avLst>
              <a:gd name="adj" fmla="val 5246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31A058-CEA5-480B-BB2B-53FEB271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2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BAEAB3-1A7D-487C-9F7A-22D0E701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2476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7A333D-F512-4C30-A36D-6AF57927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2950"/>
            <a:ext cx="2247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32D6C5"/>
                </a:solidFill>
              </a:defRPr>
            </a:defPPr>
            <a:lvl1pPr algn="ctr">
              <a:defRPr sz="975" b="1">
                <a:solidFill>
                  <a:srgbClr val="32D6C5"/>
                </a:solidFill>
              </a:defRPr>
            </a:lvl1pPr>
            <a:lvl2pPr algn="ctr">
              <a:defRPr sz="975" b="1">
                <a:solidFill>
                  <a:srgbClr val="32D6C5"/>
                </a:solidFill>
              </a:defRPr>
            </a:lvl2pPr>
            <a:lvl3pPr algn="ctr">
              <a:defRPr sz="975" b="1">
                <a:solidFill>
                  <a:srgbClr val="32D6C5"/>
                </a:solidFill>
              </a:defRPr>
            </a:lvl3pPr>
            <a:lvl4pPr algn="ctr">
              <a:defRPr sz="975" b="1">
                <a:solidFill>
                  <a:srgbClr val="32D6C5"/>
                </a:solidFill>
              </a:defRPr>
            </a:lvl4pPr>
            <a:lvl5pPr algn="ctr">
              <a:defRPr sz="975" b="1">
                <a:solidFill>
                  <a:srgbClr val="32D6C5"/>
                </a:solidFill>
              </a:defRPr>
            </a:lvl5pPr>
            <a:lvl6pPr algn="ctr">
              <a:defRPr sz="975" b="1">
                <a:solidFill>
                  <a:srgbClr val="32D6C5"/>
                </a:solidFill>
              </a:defRPr>
            </a:lvl6pPr>
            <a:lvl7pPr algn="ctr">
              <a:defRPr sz="975" b="1">
                <a:solidFill>
                  <a:srgbClr val="32D6C5"/>
                </a:solidFill>
              </a:defRPr>
            </a:lvl7pPr>
            <a:lvl8pPr algn="ctr">
              <a:defRPr sz="975" b="1">
                <a:solidFill>
                  <a:srgbClr val="32D6C5"/>
                </a:solidFill>
              </a:defRPr>
            </a:lvl8pPr>
            <a:lvl9pPr algn="ctr">
              <a:defRPr sz="97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32D6C5"/>
                </a:solidFill>
              </a:defRPr>
            </a:pPr>
            <a:r>
              <a:rPr sz="975" b="1">
                <a:solidFill>
                  <a:srgbClr val="32D6C5"/>
                </a:solidFill>
              </a:rPr>
              <a:t>DIGITAL MINE ON OPENGIZ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CC94B-FA11-417C-AECA-0A7D4520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050" b="1">
                <a:solidFill>
                  <a:srgbClr val="F4F7F8"/>
                </a:solidFill>
              </a:defRPr>
            </a:defPPr>
            <a:lvl1pPr algn="l">
              <a:defRPr sz="4050" b="1">
                <a:solidFill>
                  <a:srgbClr val="F4F7F8"/>
                </a:solidFill>
              </a:defRPr>
            </a:lvl1pPr>
            <a:lvl2pPr algn="l">
              <a:defRPr sz="4050" b="1">
                <a:solidFill>
                  <a:srgbClr val="F4F7F8"/>
                </a:solidFill>
              </a:defRPr>
            </a:lvl2pPr>
            <a:lvl3pPr algn="l">
              <a:defRPr sz="4050" b="1">
                <a:solidFill>
                  <a:srgbClr val="F4F7F8"/>
                </a:solidFill>
              </a:defRPr>
            </a:lvl3pPr>
            <a:lvl4pPr algn="l">
              <a:defRPr sz="4050" b="1">
                <a:solidFill>
                  <a:srgbClr val="F4F7F8"/>
                </a:solidFill>
              </a:defRPr>
            </a:lvl4pPr>
            <a:lvl5pPr algn="l">
              <a:defRPr sz="4050" b="1">
                <a:solidFill>
                  <a:srgbClr val="F4F7F8"/>
                </a:solidFill>
              </a:defRPr>
            </a:lvl5pPr>
            <a:lvl6pPr algn="l">
              <a:defRPr sz="4050" b="1">
                <a:solidFill>
                  <a:srgbClr val="F4F7F8"/>
                </a:solidFill>
              </a:defRPr>
            </a:lvl6pPr>
            <a:lvl7pPr algn="l">
              <a:defRPr sz="4050" b="1">
                <a:solidFill>
                  <a:srgbClr val="F4F7F8"/>
                </a:solidFill>
              </a:defRPr>
            </a:lvl7pPr>
            <a:lvl8pPr algn="l">
              <a:defRPr sz="4050" b="1">
                <a:solidFill>
                  <a:srgbClr val="F4F7F8"/>
                </a:solidFill>
              </a:defRPr>
            </a:lvl8pPr>
            <a:lvl9pPr algn="l">
              <a:defRPr sz="40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4050" b="1">
                <a:solidFill>
                  <a:srgbClr val="F4F7F8"/>
                </a:solidFill>
              </a:defRPr>
            </a:pPr>
            <a:r>
              <a:rPr sz="4050" b="1">
                <a:solidFill>
                  <a:srgbClr val="F4F7F8"/>
                </a:solidFill>
              </a:rPr>
              <a:t>Ademix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ECFF7E-46B6-4461-9837-571744E6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FF8A35"/>
                </a:solidFill>
              </a:defRPr>
            </a:defPPr>
            <a:lvl1pPr algn="l">
              <a:defRPr sz="2850" b="1">
                <a:solidFill>
                  <a:srgbClr val="FF8A35"/>
                </a:solidFill>
              </a:defRPr>
            </a:lvl1pPr>
            <a:lvl2pPr algn="l">
              <a:defRPr sz="2850" b="1">
                <a:solidFill>
                  <a:srgbClr val="FF8A35"/>
                </a:solidFill>
              </a:defRPr>
            </a:lvl2pPr>
            <a:lvl3pPr algn="l">
              <a:defRPr sz="2850" b="1">
                <a:solidFill>
                  <a:srgbClr val="FF8A35"/>
                </a:solidFill>
              </a:defRPr>
            </a:lvl3pPr>
            <a:lvl4pPr algn="l">
              <a:defRPr sz="2850" b="1">
                <a:solidFill>
                  <a:srgbClr val="FF8A35"/>
                </a:solidFill>
              </a:defRPr>
            </a:lvl4pPr>
            <a:lvl5pPr algn="l">
              <a:defRPr sz="2850" b="1">
                <a:solidFill>
                  <a:srgbClr val="FF8A35"/>
                </a:solidFill>
              </a:defRPr>
            </a:lvl5pPr>
            <a:lvl6pPr algn="l">
              <a:defRPr sz="2850" b="1">
                <a:solidFill>
                  <a:srgbClr val="FF8A35"/>
                </a:solidFill>
              </a:defRPr>
            </a:lvl6pPr>
            <a:lvl7pPr algn="l">
              <a:defRPr sz="2850" b="1">
                <a:solidFill>
                  <a:srgbClr val="FF8A35"/>
                </a:solidFill>
              </a:defRPr>
            </a:lvl7pPr>
            <a:lvl8pPr algn="l">
              <a:defRPr sz="2850" b="1">
                <a:solidFill>
                  <a:srgbClr val="FF8A35"/>
                </a:solidFill>
              </a:defRPr>
            </a:lvl8pPr>
            <a:lvl9pPr algn="l">
              <a:defRPr sz="28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F8A35"/>
                </a:solidFill>
              </a:defRPr>
            </a:pPr>
            <a:r>
              <a:rPr sz="2850" b="1">
                <a:solidFill>
                  <a:srgbClr val="FF8A35"/>
                </a:solidFill>
              </a:rPr>
              <a:t>3D open-pit operations twin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C085C6-DC3B-40D7-B6F4-79A0FE9E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581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A9B6BC"/>
                </a:solidFill>
              </a:defRPr>
            </a:defPPr>
            <a:lvl1pPr algn="l">
              <a:defRPr sz="1725" b="0">
                <a:solidFill>
                  <a:srgbClr val="A9B6BC"/>
                </a:solidFill>
              </a:defRPr>
            </a:lvl1pPr>
            <a:lvl2pPr algn="l">
              <a:defRPr sz="1725" b="0">
                <a:solidFill>
                  <a:srgbClr val="A9B6BC"/>
                </a:solidFill>
              </a:defRPr>
            </a:lvl2pPr>
            <a:lvl3pPr algn="l">
              <a:defRPr sz="1725" b="0">
                <a:solidFill>
                  <a:srgbClr val="A9B6BC"/>
                </a:solidFill>
              </a:defRPr>
            </a:lvl3pPr>
            <a:lvl4pPr algn="l">
              <a:defRPr sz="1725" b="0">
                <a:solidFill>
                  <a:srgbClr val="A9B6BC"/>
                </a:solidFill>
              </a:defRPr>
            </a:lvl4pPr>
            <a:lvl5pPr algn="l">
              <a:defRPr sz="1725" b="0">
                <a:solidFill>
                  <a:srgbClr val="A9B6BC"/>
                </a:solidFill>
              </a:defRPr>
            </a:lvl5pPr>
            <a:lvl6pPr algn="l">
              <a:defRPr sz="1725" b="0">
                <a:solidFill>
                  <a:srgbClr val="A9B6BC"/>
                </a:solidFill>
              </a:defRPr>
            </a:lvl6pPr>
            <a:lvl7pPr algn="l">
              <a:defRPr sz="1725" b="0">
                <a:solidFill>
                  <a:srgbClr val="A9B6BC"/>
                </a:solidFill>
              </a:defRPr>
            </a:lvl7pPr>
            <a:lvl8pPr algn="l">
              <a:defRPr sz="1725" b="0">
                <a:solidFill>
                  <a:srgbClr val="A9B6BC"/>
                </a:solidFill>
              </a:defRPr>
            </a:lvl8pPr>
            <a:lvl9pPr algn="l">
              <a:defRPr sz="17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A9B6BC"/>
                </a:solidFill>
              </a:defRPr>
            </a:pPr>
            <a:r>
              <a:rPr sz="1725" b="0">
                <a:solidFill>
                  <a:srgbClr val="A9B6BC"/>
                </a:solidFill>
              </a:rPr>
              <a:t>A connected haulage and crushing simulation built for decisions, not decoration.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AFD784-5CBA-402F-A48E-3EA6D4D4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4F7F8"/>
                </a:solidFill>
              </a:defRPr>
            </a:defPPr>
            <a:lvl1pPr algn="l">
              <a:defRPr sz="1275" b="1">
                <a:solidFill>
                  <a:srgbClr val="F4F7F8"/>
                </a:solidFill>
              </a:defRPr>
            </a:lvl1pPr>
            <a:lvl2pPr algn="l">
              <a:defRPr sz="1275" b="1">
                <a:solidFill>
                  <a:srgbClr val="F4F7F8"/>
                </a:solidFill>
              </a:defRPr>
            </a:lvl2pPr>
            <a:lvl3pPr algn="l">
              <a:defRPr sz="1275" b="1">
                <a:solidFill>
                  <a:srgbClr val="F4F7F8"/>
                </a:solidFill>
              </a:defRPr>
            </a:lvl3pPr>
            <a:lvl4pPr algn="l">
              <a:defRPr sz="1275" b="1">
                <a:solidFill>
                  <a:srgbClr val="F4F7F8"/>
                </a:solidFill>
              </a:defRPr>
            </a:lvl4pPr>
            <a:lvl5pPr algn="l">
              <a:defRPr sz="1275" b="1">
                <a:solidFill>
                  <a:srgbClr val="F4F7F8"/>
                </a:solidFill>
              </a:defRPr>
            </a:lvl5pPr>
            <a:lvl6pPr algn="l">
              <a:defRPr sz="1275" b="1">
                <a:solidFill>
                  <a:srgbClr val="F4F7F8"/>
                </a:solidFill>
              </a:defRPr>
            </a:lvl6pPr>
            <a:lvl7pPr algn="l">
              <a:defRPr sz="1275" b="1">
                <a:solidFill>
                  <a:srgbClr val="F4F7F8"/>
                </a:solidFill>
              </a:defRPr>
            </a:lvl7pPr>
            <a:lvl8pPr algn="l">
              <a:defRPr sz="1275" b="1">
                <a:solidFill>
                  <a:srgbClr val="F4F7F8"/>
                </a:solidFill>
              </a:defRPr>
            </a:lvl8pPr>
            <a:lvl9pPr algn="l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Ahmad Shah Yawar  •  Turken Gulzat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FF44D4-45A5-4ABF-A2DE-846CAD95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Al-Farabi Kazakh National University</a:t>
            </a:r>
          </a:p>
        </p:txBody>
      </p:sp>
    </p:spTree>
    <p:extLst>
      <p:ext uri="{BB962C8B-B14F-4D97-AF65-F5344CB8AC3E}">
        <p14:creationId xmlns:p14="http://schemas.microsoft.com/office/powerpoint/2010/main" val="14243182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FC587-B0FA-455E-B740-31A2463D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8E13AC-6C47-40E0-B877-AB7C8FE9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One disruption changes the whole production chain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CAFB0-685E-4A73-9985-C445DD43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1554B7-D7E1-4560-8F29-5525AA9F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A9B6BC"/>
                </a:solidFill>
              </a:defRPr>
            </a:defPPr>
            <a:lvl1pPr algn="l">
              <a:defRPr sz="1575" b="0">
                <a:solidFill>
                  <a:srgbClr val="A9B6BC"/>
                </a:solidFill>
              </a:defRPr>
            </a:lvl1pPr>
            <a:lvl2pPr algn="l">
              <a:defRPr sz="1575" b="0">
                <a:solidFill>
                  <a:srgbClr val="A9B6BC"/>
                </a:solidFill>
              </a:defRPr>
            </a:lvl2pPr>
            <a:lvl3pPr algn="l">
              <a:defRPr sz="1575" b="0">
                <a:solidFill>
                  <a:srgbClr val="A9B6BC"/>
                </a:solidFill>
              </a:defRPr>
            </a:lvl3pPr>
            <a:lvl4pPr algn="l">
              <a:defRPr sz="1575" b="0">
                <a:solidFill>
                  <a:srgbClr val="A9B6BC"/>
                </a:solidFill>
              </a:defRPr>
            </a:lvl4pPr>
            <a:lvl5pPr algn="l">
              <a:defRPr sz="1575" b="0">
                <a:solidFill>
                  <a:srgbClr val="A9B6BC"/>
                </a:solidFill>
              </a:defRPr>
            </a:lvl5pPr>
            <a:lvl6pPr algn="l">
              <a:defRPr sz="1575" b="0">
                <a:solidFill>
                  <a:srgbClr val="A9B6BC"/>
                </a:solidFill>
              </a:defRPr>
            </a:lvl6pPr>
            <a:lvl7pPr algn="l">
              <a:defRPr sz="1575" b="0">
                <a:solidFill>
                  <a:srgbClr val="A9B6BC"/>
                </a:solidFill>
              </a:defRPr>
            </a:lvl7pPr>
            <a:lvl8pPr algn="l">
              <a:defRPr sz="1575" b="0">
                <a:solidFill>
                  <a:srgbClr val="A9B6BC"/>
                </a:solidFill>
              </a:defRPr>
            </a:lvl8pPr>
            <a:lvl9pPr algn="l">
              <a:defRPr sz="157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A9B6BC"/>
                </a:solidFill>
              </a:defRPr>
            </a:pPr>
            <a:r>
              <a:rPr sz="1575" b="0">
                <a:solidFill>
                  <a:srgbClr val="A9B6BC"/>
                </a:solidFill>
              </a:rPr>
              <a:t>Dispatchers need to see consequences across equipment, roads, stockpiles and the crusher in one place.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25CB8-6755-47D1-835D-EB87BC1D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32D6C5"/>
                </a:solidFill>
              </a:defRPr>
            </a:defPPr>
            <a:lvl1pPr algn="l">
              <a:defRPr sz="1950" b="1">
                <a:solidFill>
                  <a:srgbClr val="32D6C5"/>
                </a:solidFill>
              </a:defRPr>
            </a:lvl1pPr>
            <a:lvl2pPr algn="l">
              <a:defRPr sz="1950" b="1">
                <a:solidFill>
                  <a:srgbClr val="32D6C5"/>
                </a:solidFill>
              </a:defRPr>
            </a:lvl2pPr>
            <a:lvl3pPr algn="l">
              <a:defRPr sz="1950" b="1">
                <a:solidFill>
                  <a:srgbClr val="32D6C5"/>
                </a:solidFill>
              </a:defRPr>
            </a:lvl3pPr>
            <a:lvl4pPr algn="l">
              <a:defRPr sz="1950" b="1">
                <a:solidFill>
                  <a:srgbClr val="32D6C5"/>
                </a:solidFill>
              </a:defRPr>
            </a:lvl4pPr>
            <a:lvl5pPr algn="l">
              <a:defRPr sz="1950" b="1">
                <a:solidFill>
                  <a:srgbClr val="32D6C5"/>
                </a:solidFill>
              </a:defRPr>
            </a:lvl5pPr>
            <a:lvl6pPr algn="l">
              <a:defRPr sz="1950" b="1">
                <a:solidFill>
                  <a:srgbClr val="32D6C5"/>
                </a:solidFill>
              </a:defRPr>
            </a:lvl6pPr>
            <a:lvl7pPr algn="l">
              <a:defRPr sz="1950" b="1">
                <a:solidFill>
                  <a:srgbClr val="32D6C5"/>
                </a:solidFill>
              </a:defRPr>
            </a:lvl7pPr>
            <a:lvl8pPr algn="l">
              <a:defRPr sz="1950" b="1">
                <a:solidFill>
                  <a:srgbClr val="32D6C5"/>
                </a:solidFill>
              </a:defRPr>
            </a:lvl8pPr>
            <a:lvl9pPr algn="l">
              <a:defRPr sz="195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32D6C5"/>
                </a:solidFill>
              </a:defRPr>
            </a:pPr>
            <a:r>
              <a:rPr sz="1950" b="1">
                <a:solidFill>
                  <a:srgbClr val="32D6C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2D882-A600-45E0-8DCA-0C114D66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05000"/>
            <a:ext cx="190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F3A614-F20E-494B-9C69-ADE48D92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9050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4F7F8"/>
                </a:solidFill>
              </a:defRPr>
            </a:defPPr>
            <a:lvl1pPr algn="l">
              <a:defRPr sz="1875" b="1">
                <a:solidFill>
                  <a:srgbClr val="F4F7F8"/>
                </a:solidFill>
              </a:defRPr>
            </a:lvl1pPr>
            <a:lvl2pPr algn="l">
              <a:defRPr sz="1875" b="1">
                <a:solidFill>
                  <a:srgbClr val="F4F7F8"/>
                </a:solidFill>
              </a:defRPr>
            </a:lvl2pPr>
            <a:lvl3pPr algn="l">
              <a:defRPr sz="1875" b="1">
                <a:solidFill>
                  <a:srgbClr val="F4F7F8"/>
                </a:solidFill>
              </a:defRPr>
            </a:lvl3pPr>
            <a:lvl4pPr algn="l">
              <a:defRPr sz="1875" b="1">
                <a:solidFill>
                  <a:srgbClr val="F4F7F8"/>
                </a:solidFill>
              </a:defRPr>
            </a:lvl4pPr>
            <a:lvl5pPr algn="l">
              <a:defRPr sz="1875" b="1">
                <a:solidFill>
                  <a:srgbClr val="F4F7F8"/>
                </a:solidFill>
              </a:defRPr>
            </a:lvl5pPr>
            <a:lvl6pPr algn="l">
              <a:defRPr sz="1875" b="1">
                <a:solidFill>
                  <a:srgbClr val="F4F7F8"/>
                </a:solidFill>
              </a:defRPr>
            </a:lvl6pPr>
            <a:lvl7pPr algn="l">
              <a:defRPr sz="1875" b="1">
                <a:solidFill>
                  <a:srgbClr val="F4F7F8"/>
                </a:solidFill>
              </a:defRPr>
            </a:lvl7pPr>
            <a:lvl8pPr algn="l">
              <a:defRPr sz="1875" b="1">
                <a:solidFill>
                  <a:srgbClr val="F4F7F8"/>
                </a:solidFill>
              </a:defRPr>
            </a:lvl8pPr>
            <a:lvl9pPr algn="l">
              <a:defRPr sz="18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4F7F8"/>
                </a:solidFill>
              </a:defRPr>
            </a:pPr>
            <a:r>
              <a:rPr sz="1875" b="1">
                <a:solidFill>
                  <a:srgbClr val="F4F7F8"/>
                </a:solidFill>
              </a:rPr>
              <a:t>Observe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A3FD24-4E2B-462A-9BB8-78290C0A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905000"/>
            <a:ext cx="709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9B6BC"/>
                </a:solidFill>
              </a:defRPr>
            </a:defPPr>
            <a:lvl1pPr algn="l">
              <a:defRPr sz="1350" b="0">
                <a:solidFill>
                  <a:srgbClr val="A9B6BC"/>
                </a:solidFill>
              </a:defRPr>
            </a:lvl1pPr>
            <a:lvl2pPr algn="l">
              <a:defRPr sz="1350" b="0">
                <a:solidFill>
                  <a:srgbClr val="A9B6BC"/>
                </a:solidFill>
              </a:defRPr>
            </a:lvl2pPr>
            <a:lvl3pPr algn="l">
              <a:defRPr sz="1350" b="0">
                <a:solidFill>
                  <a:srgbClr val="A9B6BC"/>
                </a:solidFill>
              </a:defRPr>
            </a:lvl3pPr>
            <a:lvl4pPr algn="l">
              <a:defRPr sz="1350" b="0">
                <a:solidFill>
                  <a:srgbClr val="A9B6BC"/>
                </a:solidFill>
              </a:defRPr>
            </a:lvl4pPr>
            <a:lvl5pPr algn="l">
              <a:defRPr sz="1350" b="0">
                <a:solidFill>
                  <a:srgbClr val="A9B6BC"/>
                </a:solidFill>
              </a:defRPr>
            </a:lvl5pPr>
            <a:lvl6pPr algn="l">
              <a:defRPr sz="1350" b="0">
                <a:solidFill>
                  <a:srgbClr val="A9B6BC"/>
                </a:solidFill>
              </a:defRPr>
            </a:lvl6pPr>
            <a:lvl7pPr algn="l">
              <a:defRPr sz="1350" b="0">
                <a:solidFill>
                  <a:srgbClr val="A9B6BC"/>
                </a:solidFill>
              </a:defRPr>
            </a:lvl7pPr>
            <a:lvl8pPr algn="l">
              <a:defRPr sz="1350" b="0">
                <a:solidFill>
                  <a:srgbClr val="A9B6BC"/>
                </a:solidFill>
              </a:defRPr>
            </a:lvl8pPr>
            <a:lvl9pPr algn="l">
              <a:defRPr sz="13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9B6BC"/>
                </a:solidFill>
              </a:defRPr>
            </a:pPr>
            <a:r>
              <a:rPr sz="1350" b="0">
                <a:solidFill>
                  <a:srgbClr val="A9B6BC"/>
                </a:solidFill>
              </a:rPr>
              <a:t>Live state for trucks, excavator, road, ROM pad and crusher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01AF39-49E5-40ED-9091-FF8F8BEA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FF8A35"/>
                </a:solidFill>
              </a:defRPr>
            </a:defPPr>
            <a:lvl1pPr algn="l">
              <a:defRPr sz="1950" b="1">
                <a:solidFill>
                  <a:srgbClr val="FF8A35"/>
                </a:solidFill>
              </a:defRPr>
            </a:lvl1pPr>
            <a:lvl2pPr algn="l">
              <a:defRPr sz="1950" b="1">
                <a:solidFill>
                  <a:srgbClr val="FF8A35"/>
                </a:solidFill>
              </a:defRPr>
            </a:lvl2pPr>
            <a:lvl3pPr algn="l">
              <a:defRPr sz="1950" b="1">
                <a:solidFill>
                  <a:srgbClr val="FF8A35"/>
                </a:solidFill>
              </a:defRPr>
            </a:lvl3pPr>
            <a:lvl4pPr algn="l">
              <a:defRPr sz="1950" b="1">
                <a:solidFill>
                  <a:srgbClr val="FF8A35"/>
                </a:solidFill>
              </a:defRPr>
            </a:lvl4pPr>
            <a:lvl5pPr algn="l">
              <a:defRPr sz="1950" b="1">
                <a:solidFill>
                  <a:srgbClr val="FF8A35"/>
                </a:solidFill>
              </a:defRPr>
            </a:lvl5pPr>
            <a:lvl6pPr algn="l">
              <a:defRPr sz="1950" b="1">
                <a:solidFill>
                  <a:srgbClr val="FF8A35"/>
                </a:solidFill>
              </a:defRPr>
            </a:lvl6pPr>
            <a:lvl7pPr algn="l">
              <a:defRPr sz="1950" b="1">
                <a:solidFill>
                  <a:srgbClr val="FF8A35"/>
                </a:solidFill>
              </a:defRPr>
            </a:lvl7pPr>
            <a:lvl8pPr algn="l">
              <a:defRPr sz="1950" b="1">
                <a:solidFill>
                  <a:srgbClr val="FF8A35"/>
                </a:solidFill>
              </a:defRPr>
            </a:lvl8pPr>
            <a:lvl9pPr algn="l">
              <a:defRPr sz="19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F8A35"/>
                </a:solidFill>
              </a:defRPr>
            </a:pPr>
            <a:r>
              <a:rPr sz="1950" b="1">
                <a:solidFill>
                  <a:srgbClr val="FF8A35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47E5FB-18F4-4AB7-B8DF-5A89C8C8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90875"/>
            <a:ext cx="190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22439-5E39-40E5-B4E5-01656C2B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908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4F7F8"/>
                </a:solidFill>
              </a:defRPr>
            </a:defPPr>
            <a:lvl1pPr algn="l">
              <a:defRPr sz="1875" b="1">
                <a:solidFill>
                  <a:srgbClr val="F4F7F8"/>
                </a:solidFill>
              </a:defRPr>
            </a:lvl1pPr>
            <a:lvl2pPr algn="l">
              <a:defRPr sz="1875" b="1">
                <a:solidFill>
                  <a:srgbClr val="F4F7F8"/>
                </a:solidFill>
              </a:defRPr>
            </a:lvl2pPr>
            <a:lvl3pPr algn="l">
              <a:defRPr sz="1875" b="1">
                <a:solidFill>
                  <a:srgbClr val="F4F7F8"/>
                </a:solidFill>
              </a:defRPr>
            </a:lvl3pPr>
            <a:lvl4pPr algn="l">
              <a:defRPr sz="1875" b="1">
                <a:solidFill>
                  <a:srgbClr val="F4F7F8"/>
                </a:solidFill>
              </a:defRPr>
            </a:lvl4pPr>
            <a:lvl5pPr algn="l">
              <a:defRPr sz="1875" b="1">
                <a:solidFill>
                  <a:srgbClr val="F4F7F8"/>
                </a:solidFill>
              </a:defRPr>
            </a:lvl5pPr>
            <a:lvl6pPr algn="l">
              <a:defRPr sz="1875" b="1">
                <a:solidFill>
                  <a:srgbClr val="F4F7F8"/>
                </a:solidFill>
              </a:defRPr>
            </a:lvl6pPr>
            <a:lvl7pPr algn="l">
              <a:defRPr sz="1875" b="1">
                <a:solidFill>
                  <a:srgbClr val="F4F7F8"/>
                </a:solidFill>
              </a:defRPr>
            </a:lvl7pPr>
            <a:lvl8pPr algn="l">
              <a:defRPr sz="1875" b="1">
                <a:solidFill>
                  <a:srgbClr val="F4F7F8"/>
                </a:solidFill>
              </a:defRPr>
            </a:lvl8pPr>
            <a:lvl9pPr algn="l">
              <a:defRPr sz="18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4F7F8"/>
                </a:solidFill>
              </a:defRPr>
            </a:pPr>
            <a:r>
              <a:rPr sz="1875" b="1">
                <a:solidFill>
                  <a:srgbClr val="F4F7F8"/>
                </a:solidFill>
              </a:rPr>
              <a:t>Intervene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62AEC-EECF-4961-923F-D5A96E50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90875"/>
            <a:ext cx="709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9B6BC"/>
                </a:solidFill>
              </a:defRPr>
            </a:defPPr>
            <a:lvl1pPr algn="l">
              <a:defRPr sz="1350" b="0">
                <a:solidFill>
                  <a:srgbClr val="A9B6BC"/>
                </a:solidFill>
              </a:defRPr>
            </a:lvl1pPr>
            <a:lvl2pPr algn="l">
              <a:defRPr sz="1350" b="0">
                <a:solidFill>
                  <a:srgbClr val="A9B6BC"/>
                </a:solidFill>
              </a:defRPr>
            </a:lvl2pPr>
            <a:lvl3pPr algn="l">
              <a:defRPr sz="1350" b="0">
                <a:solidFill>
                  <a:srgbClr val="A9B6BC"/>
                </a:solidFill>
              </a:defRPr>
            </a:lvl3pPr>
            <a:lvl4pPr algn="l">
              <a:defRPr sz="1350" b="0">
                <a:solidFill>
                  <a:srgbClr val="A9B6BC"/>
                </a:solidFill>
              </a:defRPr>
            </a:lvl4pPr>
            <a:lvl5pPr algn="l">
              <a:defRPr sz="1350" b="0">
                <a:solidFill>
                  <a:srgbClr val="A9B6BC"/>
                </a:solidFill>
              </a:defRPr>
            </a:lvl5pPr>
            <a:lvl6pPr algn="l">
              <a:defRPr sz="1350" b="0">
                <a:solidFill>
                  <a:srgbClr val="A9B6BC"/>
                </a:solidFill>
              </a:defRPr>
            </a:lvl6pPr>
            <a:lvl7pPr algn="l">
              <a:defRPr sz="1350" b="0">
                <a:solidFill>
                  <a:srgbClr val="A9B6BC"/>
                </a:solidFill>
              </a:defRPr>
            </a:lvl7pPr>
            <a:lvl8pPr algn="l">
              <a:defRPr sz="1350" b="0">
                <a:solidFill>
                  <a:srgbClr val="A9B6BC"/>
                </a:solidFill>
              </a:defRPr>
            </a:lvl8pPr>
            <a:lvl9pPr algn="l">
              <a:defRPr sz="13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9B6BC"/>
                </a:solidFill>
              </a:defRPr>
            </a:pPr>
            <a:r>
              <a:rPr sz="1350" b="0">
                <a:solidFill>
                  <a:srgbClr val="A9B6BC"/>
                </a:solidFill>
              </a:rPr>
              <a:t>Trigger breakdown, road closure or crusher slowdown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38F846-76EF-418E-9EA6-CA83DCEA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2437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7DDA8A"/>
                </a:solidFill>
              </a:defRPr>
            </a:defPPr>
            <a:lvl1pPr algn="l">
              <a:defRPr sz="1950" b="1">
                <a:solidFill>
                  <a:srgbClr val="7DDA8A"/>
                </a:solidFill>
              </a:defRPr>
            </a:lvl1pPr>
            <a:lvl2pPr algn="l">
              <a:defRPr sz="1950" b="1">
                <a:solidFill>
                  <a:srgbClr val="7DDA8A"/>
                </a:solidFill>
              </a:defRPr>
            </a:lvl2pPr>
            <a:lvl3pPr algn="l">
              <a:defRPr sz="1950" b="1">
                <a:solidFill>
                  <a:srgbClr val="7DDA8A"/>
                </a:solidFill>
              </a:defRPr>
            </a:lvl3pPr>
            <a:lvl4pPr algn="l">
              <a:defRPr sz="1950" b="1">
                <a:solidFill>
                  <a:srgbClr val="7DDA8A"/>
                </a:solidFill>
              </a:defRPr>
            </a:lvl4pPr>
            <a:lvl5pPr algn="l">
              <a:defRPr sz="1950" b="1">
                <a:solidFill>
                  <a:srgbClr val="7DDA8A"/>
                </a:solidFill>
              </a:defRPr>
            </a:lvl5pPr>
            <a:lvl6pPr algn="l">
              <a:defRPr sz="1950" b="1">
                <a:solidFill>
                  <a:srgbClr val="7DDA8A"/>
                </a:solidFill>
              </a:defRPr>
            </a:lvl6pPr>
            <a:lvl7pPr algn="l">
              <a:defRPr sz="1950" b="1">
                <a:solidFill>
                  <a:srgbClr val="7DDA8A"/>
                </a:solidFill>
              </a:defRPr>
            </a:lvl7pPr>
            <a:lvl8pPr algn="l">
              <a:defRPr sz="1950" b="1">
                <a:solidFill>
                  <a:srgbClr val="7DDA8A"/>
                </a:solidFill>
              </a:defRPr>
            </a:lvl8pPr>
            <a:lvl9pPr algn="l">
              <a:defRPr sz="1950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7DDA8A"/>
                </a:solidFill>
              </a:defRPr>
            </a:pPr>
            <a:r>
              <a:rPr sz="1950" b="1">
                <a:solidFill>
                  <a:srgbClr val="7DDA8A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8A0155-4BDE-4874-A2D5-9D43D04A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76750"/>
            <a:ext cx="190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189F36-AEDA-44EF-9B31-9DA4E50C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767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4F7F8"/>
                </a:solidFill>
              </a:defRPr>
            </a:defPPr>
            <a:lvl1pPr algn="l">
              <a:defRPr sz="1875" b="1">
                <a:solidFill>
                  <a:srgbClr val="F4F7F8"/>
                </a:solidFill>
              </a:defRPr>
            </a:lvl1pPr>
            <a:lvl2pPr algn="l">
              <a:defRPr sz="1875" b="1">
                <a:solidFill>
                  <a:srgbClr val="F4F7F8"/>
                </a:solidFill>
              </a:defRPr>
            </a:lvl2pPr>
            <a:lvl3pPr algn="l">
              <a:defRPr sz="1875" b="1">
                <a:solidFill>
                  <a:srgbClr val="F4F7F8"/>
                </a:solidFill>
              </a:defRPr>
            </a:lvl3pPr>
            <a:lvl4pPr algn="l">
              <a:defRPr sz="1875" b="1">
                <a:solidFill>
                  <a:srgbClr val="F4F7F8"/>
                </a:solidFill>
              </a:defRPr>
            </a:lvl4pPr>
            <a:lvl5pPr algn="l">
              <a:defRPr sz="1875" b="1">
                <a:solidFill>
                  <a:srgbClr val="F4F7F8"/>
                </a:solidFill>
              </a:defRPr>
            </a:lvl5pPr>
            <a:lvl6pPr algn="l">
              <a:defRPr sz="1875" b="1">
                <a:solidFill>
                  <a:srgbClr val="F4F7F8"/>
                </a:solidFill>
              </a:defRPr>
            </a:lvl6pPr>
            <a:lvl7pPr algn="l">
              <a:defRPr sz="1875" b="1">
                <a:solidFill>
                  <a:srgbClr val="F4F7F8"/>
                </a:solidFill>
              </a:defRPr>
            </a:lvl7pPr>
            <a:lvl8pPr algn="l">
              <a:defRPr sz="1875" b="1">
                <a:solidFill>
                  <a:srgbClr val="F4F7F8"/>
                </a:solidFill>
              </a:defRPr>
            </a:lvl8pPr>
            <a:lvl9pPr algn="l">
              <a:defRPr sz="18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4F7F8"/>
                </a:solidFill>
              </a:defRPr>
            </a:pPr>
            <a:r>
              <a:rPr sz="1875" b="1">
                <a:solidFill>
                  <a:srgbClr val="F4F7F8"/>
                </a:solidFill>
              </a:rPr>
              <a:t>Compare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7306F3-9EB3-4076-8DDC-306945E3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476750"/>
            <a:ext cx="709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9B6BC"/>
                </a:solidFill>
              </a:defRPr>
            </a:defPPr>
            <a:lvl1pPr algn="l">
              <a:defRPr sz="1350" b="0">
                <a:solidFill>
                  <a:srgbClr val="A9B6BC"/>
                </a:solidFill>
              </a:defRPr>
            </a:lvl1pPr>
            <a:lvl2pPr algn="l">
              <a:defRPr sz="1350" b="0">
                <a:solidFill>
                  <a:srgbClr val="A9B6BC"/>
                </a:solidFill>
              </a:defRPr>
            </a:lvl2pPr>
            <a:lvl3pPr algn="l">
              <a:defRPr sz="1350" b="0">
                <a:solidFill>
                  <a:srgbClr val="A9B6BC"/>
                </a:solidFill>
              </a:defRPr>
            </a:lvl3pPr>
            <a:lvl4pPr algn="l">
              <a:defRPr sz="1350" b="0">
                <a:solidFill>
                  <a:srgbClr val="A9B6BC"/>
                </a:solidFill>
              </a:defRPr>
            </a:lvl4pPr>
            <a:lvl5pPr algn="l">
              <a:defRPr sz="1350" b="0">
                <a:solidFill>
                  <a:srgbClr val="A9B6BC"/>
                </a:solidFill>
              </a:defRPr>
            </a:lvl5pPr>
            <a:lvl6pPr algn="l">
              <a:defRPr sz="1350" b="0">
                <a:solidFill>
                  <a:srgbClr val="A9B6BC"/>
                </a:solidFill>
              </a:defRPr>
            </a:lvl6pPr>
            <a:lvl7pPr algn="l">
              <a:defRPr sz="1350" b="0">
                <a:solidFill>
                  <a:srgbClr val="A9B6BC"/>
                </a:solidFill>
              </a:defRPr>
            </a:lvl7pPr>
            <a:lvl8pPr algn="l">
              <a:defRPr sz="1350" b="0">
                <a:solidFill>
                  <a:srgbClr val="A9B6BC"/>
                </a:solidFill>
              </a:defRPr>
            </a:lvl8pPr>
            <a:lvl9pPr algn="l">
              <a:defRPr sz="13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9B6BC"/>
                </a:solidFill>
              </a:defRPr>
            </a:pPr>
            <a:r>
              <a:rPr sz="1350" b="0">
                <a:solidFill>
                  <a:srgbClr val="A9B6BC"/>
                </a:solidFill>
              </a:rPr>
              <a:t>Read projected throughput against the 900 t/h baseline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C873A6-AFD2-4D66-ACA6-93FD0BC7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81025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561A9A-DB6E-48AA-AA88-727BCD58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8293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8A35"/>
                </a:solidFill>
              </a:defRPr>
            </a:defPPr>
            <a:lvl1pPr algn="ctr">
              <a:defRPr sz="975" b="1">
                <a:solidFill>
                  <a:srgbClr val="FF8A35"/>
                </a:solidFill>
              </a:defRPr>
            </a:lvl1pPr>
            <a:lvl2pPr algn="ctr">
              <a:defRPr sz="975" b="1">
                <a:solidFill>
                  <a:srgbClr val="FF8A35"/>
                </a:solidFill>
              </a:defRPr>
            </a:lvl2pPr>
            <a:lvl3pPr algn="ctr">
              <a:defRPr sz="975" b="1">
                <a:solidFill>
                  <a:srgbClr val="FF8A35"/>
                </a:solidFill>
              </a:defRPr>
            </a:lvl3pPr>
            <a:lvl4pPr algn="ctr">
              <a:defRPr sz="975" b="1">
                <a:solidFill>
                  <a:srgbClr val="FF8A35"/>
                </a:solidFill>
              </a:defRPr>
            </a:lvl4pPr>
            <a:lvl5pPr algn="ctr">
              <a:defRPr sz="975" b="1">
                <a:solidFill>
                  <a:srgbClr val="FF8A35"/>
                </a:solidFill>
              </a:defRPr>
            </a:lvl5pPr>
            <a:lvl6pPr algn="ctr">
              <a:defRPr sz="975" b="1">
                <a:solidFill>
                  <a:srgbClr val="FF8A35"/>
                </a:solidFill>
              </a:defRPr>
            </a:lvl6pPr>
            <a:lvl7pPr algn="ctr">
              <a:defRPr sz="975" b="1">
                <a:solidFill>
                  <a:srgbClr val="FF8A35"/>
                </a:solidFill>
              </a:defRPr>
            </a:lvl7pPr>
            <a:lvl8pPr algn="ctr">
              <a:defRPr sz="975" b="1">
                <a:solidFill>
                  <a:srgbClr val="FF8A35"/>
                </a:solidFill>
              </a:defRPr>
            </a:lvl8pPr>
            <a:lvl9pPr algn="ctr">
              <a:defRPr sz="97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FF8A35"/>
                </a:solidFill>
              </a:defRPr>
            </a:pPr>
            <a:r>
              <a:rPr sz="975" b="1">
                <a:solidFill>
                  <a:srgbClr val="FF8A35"/>
                </a:solidFill>
              </a:rPr>
              <a:t>DECISION LOOP</a:t>
            </a:r>
          </a:p>
        </p:txBody>
      </p:sp>
    </p:spTree>
    <p:extLst>
      <p:ext uri="{BB962C8B-B14F-4D97-AF65-F5344CB8AC3E}">
        <p14:creationId xmlns:p14="http://schemas.microsoft.com/office/powerpoint/2010/main" val="3606587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E0A409-4A4D-46D2-B706-7983CB45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4A6FFC-1B63-4E3C-96D7-A0958970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OpenEgiz is the source of truth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5BD51-807F-4816-9616-AA0D3FFB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4B08A-4596-403D-8A78-D43E313D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The browser does not invent mine state. Telemetry flows through MQTT into Eclipse Ditto twins, then the interface reads it through the API.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1EDF58-8F78-48C4-A41B-BC13F179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FAAD1F-7F53-4932-8BA1-1EC05DFB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F4F7F8"/>
                </a:solidFill>
              </a:defRPr>
            </a:defPPr>
            <a:lvl1pPr algn="ctr">
              <a:defRPr sz="1575" b="1">
                <a:solidFill>
                  <a:srgbClr val="F4F7F8"/>
                </a:solidFill>
              </a:defRPr>
            </a:lvl1pPr>
            <a:lvl2pPr algn="ctr">
              <a:defRPr sz="1575" b="1">
                <a:solidFill>
                  <a:srgbClr val="F4F7F8"/>
                </a:solidFill>
              </a:defRPr>
            </a:lvl2pPr>
            <a:lvl3pPr algn="ctr">
              <a:defRPr sz="1575" b="1">
                <a:solidFill>
                  <a:srgbClr val="F4F7F8"/>
                </a:solidFill>
              </a:defRPr>
            </a:lvl3pPr>
            <a:lvl4pPr algn="ctr">
              <a:defRPr sz="1575" b="1">
                <a:solidFill>
                  <a:srgbClr val="F4F7F8"/>
                </a:solidFill>
              </a:defRPr>
            </a:lvl4pPr>
            <a:lvl5pPr algn="ctr">
              <a:defRPr sz="1575" b="1">
                <a:solidFill>
                  <a:srgbClr val="F4F7F8"/>
                </a:solidFill>
              </a:defRPr>
            </a:lvl5pPr>
            <a:lvl6pPr algn="ctr">
              <a:defRPr sz="1575" b="1">
                <a:solidFill>
                  <a:srgbClr val="F4F7F8"/>
                </a:solidFill>
              </a:defRPr>
            </a:lvl6pPr>
            <a:lvl7pPr algn="ctr">
              <a:defRPr sz="1575" b="1">
                <a:solidFill>
                  <a:srgbClr val="F4F7F8"/>
                </a:solidFill>
              </a:defRPr>
            </a:lvl7pPr>
            <a:lvl8pPr algn="ctr">
              <a:defRPr sz="1575" b="1">
                <a:solidFill>
                  <a:srgbClr val="F4F7F8"/>
                </a:solidFill>
              </a:defRPr>
            </a:lvl8pPr>
            <a:lvl9pPr algn="ctr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Python simulator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C0FBE-3628-4E92-8208-6D9AA677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1942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Deterministic events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460F1-E8B6-4A07-B3B5-99DBB304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33625"/>
            <a:ext cx="14763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9F85A3-5AD5-4CCF-81B3-65C62C50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543175"/>
            <a:ext cx="1171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F4F7F8"/>
                </a:solidFill>
              </a:defRPr>
            </a:defPPr>
            <a:lvl1pPr algn="ctr">
              <a:defRPr sz="1575" b="1">
                <a:solidFill>
                  <a:srgbClr val="F4F7F8"/>
                </a:solidFill>
              </a:defRPr>
            </a:lvl1pPr>
            <a:lvl2pPr algn="ctr">
              <a:defRPr sz="1575" b="1">
                <a:solidFill>
                  <a:srgbClr val="F4F7F8"/>
                </a:solidFill>
              </a:defRPr>
            </a:lvl2pPr>
            <a:lvl3pPr algn="ctr">
              <a:defRPr sz="1575" b="1">
                <a:solidFill>
                  <a:srgbClr val="F4F7F8"/>
                </a:solidFill>
              </a:defRPr>
            </a:lvl3pPr>
            <a:lvl4pPr algn="ctr">
              <a:defRPr sz="1575" b="1">
                <a:solidFill>
                  <a:srgbClr val="F4F7F8"/>
                </a:solidFill>
              </a:defRPr>
            </a:lvl4pPr>
            <a:lvl5pPr algn="ctr">
              <a:defRPr sz="1575" b="1">
                <a:solidFill>
                  <a:srgbClr val="F4F7F8"/>
                </a:solidFill>
              </a:defRPr>
            </a:lvl5pPr>
            <a:lvl6pPr algn="ctr">
              <a:defRPr sz="1575" b="1">
                <a:solidFill>
                  <a:srgbClr val="F4F7F8"/>
                </a:solidFill>
              </a:defRPr>
            </a:lvl6pPr>
            <a:lvl7pPr algn="ctr">
              <a:defRPr sz="1575" b="1">
                <a:solidFill>
                  <a:srgbClr val="F4F7F8"/>
                </a:solidFill>
              </a:defRPr>
            </a:lvl7pPr>
            <a:lvl8pPr algn="ctr">
              <a:defRPr sz="1575" b="1">
                <a:solidFill>
                  <a:srgbClr val="F4F7F8"/>
                </a:solidFill>
              </a:defRPr>
            </a:lvl8pPr>
            <a:lvl9pPr algn="ctr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MQTT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57A151-6793-4D96-B9F2-A322D768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19425"/>
            <a:ext cx="1247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Telemetry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10BF4-7594-4119-BCEA-2D725A6A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333625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543CD5-0723-4968-B458-0FC75B92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543175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F4F7F8"/>
                </a:solidFill>
              </a:defRPr>
            </a:defPPr>
            <a:lvl1pPr algn="ctr">
              <a:defRPr sz="1575" b="1">
                <a:solidFill>
                  <a:srgbClr val="F4F7F8"/>
                </a:solidFill>
              </a:defRPr>
            </a:lvl1pPr>
            <a:lvl2pPr algn="ctr">
              <a:defRPr sz="1575" b="1">
                <a:solidFill>
                  <a:srgbClr val="F4F7F8"/>
                </a:solidFill>
              </a:defRPr>
            </a:lvl2pPr>
            <a:lvl3pPr algn="ctr">
              <a:defRPr sz="1575" b="1">
                <a:solidFill>
                  <a:srgbClr val="F4F7F8"/>
                </a:solidFill>
              </a:defRPr>
            </a:lvl3pPr>
            <a:lvl4pPr algn="ctr">
              <a:defRPr sz="1575" b="1">
                <a:solidFill>
                  <a:srgbClr val="F4F7F8"/>
                </a:solidFill>
              </a:defRPr>
            </a:lvl4pPr>
            <a:lvl5pPr algn="ctr">
              <a:defRPr sz="1575" b="1">
                <a:solidFill>
                  <a:srgbClr val="F4F7F8"/>
                </a:solidFill>
              </a:defRPr>
            </a:lvl5pPr>
            <a:lvl6pPr algn="ctr">
              <a:defRPr sz="1575" b="1">
                <a:solidFill>
                  <a:srgbClr val="F4F7F8"/>
                </a:solidFill>
              </a:defRPr>
            </a:lvl6pPr>
            <a:lvl7pPr algn="ctr">
              <a:defRPr sz="1575" b="1">
                <a:solidFill>
                  <a:srgbClr val="F4F7F8"/>
                </a:solidFill>
              </a:defRPr>
            </a:lvl7pPr>
            <a:lvl8pPr algn="ctr">
              <a:defRPr sz="1575" b="1">
                <a:solidFill>
                  <a:srgbClr val="F4F7F8"/>
                </a:solidFill>
              </a:defRPr>
            </a:lvl8pPr>
            <a:lvl9pPr algn="ctr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Eclipse Ditto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F55EB-6873-4FC2-8DAE-279B182B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01942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11 digital twins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149E5-A11B-4034-99B8-9349D1B5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333625"/>
            <a:ext cx="1619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A5CD2A-5D73-4B42-8FFF-5C88CF45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543175"/>
            <a:ext cx="1314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F4F7F8"/>
                </a:solidFill>
              </a:defRPr>
            </a:defPPr>
            <a:lvl1pPr algn="ctr">
              <a:defRPr sz="1575" b="1">
                <a:solidFill>
                  <a:srgbClr val="F4F7F8"/>
                </a:solidFill>
              </a:defRPr>
            </a:lvl1pPr>
            <a:lvl2pPr algn="ctr">
              <a:defRPr sz="1575" b="1">
                <a:solidFill>
                  <a:srgbClr val="F4F7F8"/>
                </a:solidFill>
              </a:defRPr>
            </a:lvl2pPr>
            <a:lvl3pPr algn="ctr">
              <a:defRPr sz="1575" b="1">
                <a:solidFill>
                  <a:srgbClr val="F4F7F8"/>
                </a:solidFill>
              </a:defRPr>
            </a:lvl3pPr>
            <a:lvl4pPr algn="ctr">
              <a:defRPr sz="1575" b="1">
                <a:solidFill>
                  <a:srgbClr val="F4F7F8"/>
                </a:solidFill>
              </a:defRPr>
            </a:lvl4pPr>
            <a:lvl5pPr algn="ctr">
              <a:defRPr sz="1575" b="1">
                <a:solidFill>
                  <a:srgbClr val="F4F7F8"/>
                </a:solidFill>
              </a:defRPr>
            </a:lvl5pPr>
            <a:lvl6pPr algn="ctr">
              <a:defRPr sz="1575" b="1">
                <a:solidFill>
                  <a:srgbClr val="F4F7F8"/>
                </a:solidFill>
              </a:defRPr>
            </a:lvl6pPr>
            <a:lvl7pPr algn="ctr">
              <a:defRPr sz="1575" b="1">
                <a:solidFill>
                  <a:srgbClr val="F4F7F8"/>
                </a:solidFill>
              </a:defRPr>
            </a:lvl7pPr>
            <a:lvl8pPr algn="ctr">
              <a:defRPr sz="1575" b="1">
                <a:solidFill>
                  <a:srgbClr val="F4F7F8"/>
                </a:solidFill>
              </a:defRPr>
            </a:lvl8pPr>
            <a:lvl9pPr algn="ctr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Twin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7CF3B8-68C0-45D2-A97D-E43678A3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0194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Read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0A0146-7F2B-49CD-B55C-D6E274A8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333625"/>
            <a:ext cx="2381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45F679-654F-49C1-9598-6FCA28A3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543175"/>
            <a:ext cx="207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F4F7F8"/>
                </a:solidFill>
              </a:defRPr>
            </a:defPPr>
            <a:lvl1pPr algn="ctr">
              <a:defRPr sz="1575" b="1">
                <a:solidFill>
                  <a:srgbClr val="F4F7F8"/>
                </a:solidFill>
              </a:defRPr>
            </a:lvl1pPr>
            <a:lvl2pPr algn="ctr">
              <a:defRPr sz="1575" b="1">
                <a:solidFill>
                  <a:srgbClr val="F4F7F8"/>
                </a:solidFill>
              </a:defRPr>
            </a:lvl2pPr>
            <a:lvl3pPr algn="ctr">
              <a:defRPr sz="1575" b="1">
                <a:solidFill>
                  <a:srgbClr val="F4F7F8"/>
                </a:solidFill>
              </a:defRPr>
            </a:lvl3pPr>
            <a:lvl4pPr algn="ctr">
              <a:defRPr sz="1575" b="1">
                <a:solidFill>
                  <a:srgbClr val="F4F7F8"/>
                </a:solidFill>
              </a:defRPr>
            </a:lvl4pPr>
            <a:lvl5pPr algn="ctr">
              <a:defRPr sz="1575" b="1">
                <a:solidFill>
                  <a:srgbClr val="F4F7F8"/>
                </a:solidFill>
              </a:defRPr>
            </a:lvl5pPr>
            <a:lvl6pPr algn="ctr">
              <a:defRPr sz="1575" b="1">
                <a:solidFill>
                  <a:srgbClr val="F4F7F8"/>
                </a:solidFill>
              </a:defRPr>
            </a:lvl6pPr>
            <a:lvl7pPr algn="ctr">
              <a:defRPr sz="1575" b="1">
                <a:solidFill>
                  <a:srgbClr val="F4F7F8"/>
                </a:solidFill>
              </a:defRPr>
            </a:lvl7pPr>
            <a:lvl8pPr algn="ctr">
              <a:defRPr sz="1575" b="1">
                <a:solidFill>
                  <a:srgbClr val="F4F7F8"/>
                </a:solidFill>
              </a:defRPr>
            </a:lvl8pPr>
            <a:lvl9pPr algn="ctr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React + Three.js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52B801-18DE-4C8B-A20A-D412E715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019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3D command 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50DE4B-7A6A-4957-A515-84BF9DE1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9622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ACD425-AE04-4627-81CF-9ADC8282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9622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D49840-7D3E-48FF-ABBA-CC0C27D9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9622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5E1470-1627-42D3-85AD-DDCD7131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9622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AA3C1D-C3B2-48FE-9ED7-038B86C4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29125"/>
            <a:ext cx="55721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EDC68B-F7D0-47AF-BB22-FFF12649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005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2D6C5"/>
                </a:solidFill>
              </a:defRPr>
            </a:defPPr>
            <a:lvl1pPr algn="l">
              <a:defRPr sz="1350" b="1">
                <a:solidFill>
                  <a:srgbClr val="32D6C5"/>
                </a:solidFill>
              </a:defRPr>
            </a:lvl1pPr>
            <a:lvl2pPr algn="l">
              <a:defRPr sz="1350" b="1">
                <a:solidFill>
                  <a:srgbClr val="32D6C5"/>
                </a:solidFill>
              </a:defRPr>
            </a:lvl2pPr>
            <a:lvl3pPr algn="l">
              <a:defRPr sz="1350" b="1">
                <a:solidFill>
                  <a:srgbClr val="32D6C5"/>
                </a:solidFill>
              </a:defRPr>
            </a:lvl3pPr>
            <a:lvl4pPr algn="l">
              <a:defRPr sz="1350" b="1">
                <a:solidFill>
                  <a:srgbClr val="32D6C5"/>
                </a:solidFill>
              </a:defRPr>
            </a:lvl4pPr>
            <a:lvl5pPr algn="l">
              <a:defRPr sz="1350" b="1">
                <a:solidFill>
                  <a:srgbClr val="32D6C5"/>
                </a:solidFill>
              </a:defRPr>
            </a:lvl5pPr>
            <a:lvl6pPr algn="l">
              <a:defRPr sz="1350" b="1">
                <a:solidFill>
                  <a:srgbClr val="32D6C5"/>
                </a:solidFill>
              </a:defRPr>
            </a:lvl6pPr>
            <a:lvl7pPr algn="l">
              <a:defRPr sz="1350" b="1">
                <a:solidFill>
                  <a:srgbClr val="32D6C5"/>
                </a:solidFill>
              </a:defRPr>
            </a:lvl7pPr>
            <a:lvl8pPr algn="l">
              <a:defRPr sz="1350" b="1">
                <a:solidFill>
                  <a:srgbClr val="32D6C5"/>
                </a:solidFill>
              </a:defRPr>
            </a:lvl8pPr>
            <a:lvl9pPr algn="l">
              <a:defRPr sz="135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2D6C5"/>
                </a:solidFill>
              </a:defRPr>
            </a:pPr>
            <a:r>
              <a:rPr sz="1350" b="1">
                <a:solidFill>
                  <a:srgbClr val="32D6C5"/>
                </a:solidFill>
              </a:rPr>
              <a:t>InfluxDB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7E80A1-5C84-4A39-9D5A-458581B2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244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time-series history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59DFC3-604C-4563-A31B-80B4AA37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6005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2D6C5"/>
                </a:solidFill>
              </a:defRPr>
            </a:defPPr>
            <a:lvl1pPr algn="l">
              <a:defRPr sz="1350" b="1">
                <a:solidFill>
                  <a:srgbClr val="32D6C5"/>
                </a:solidFill>
              </a:defRPr>
            </a:lvl1pPr>
            <a:lvl2pPr algn="l">
              <a:defRPr sz="1350" b="1">
                <a:solidFill>
                  <a:srgbClr val="32D6C5"/>
                </a:solidFill>
              </a:defRPr>
            </a:lvl2pPr>
            <a:lvl3pPr algn="l">
              <a:defRPr sz="1350" b="1">
                <a:solidFill>
                  <a:srgbClr val="32D6C5"/>
                </a:solidFill>
              </a:defRPr>
            </a:lvl3pPr>
            <a:lvl4pPr algn="l">
              <a:defRPr sz="1350" b="1">
                <a:solidFill>
                  <a:srgbClr val="32D6C5"/>
                </a:solidFill>
              </a:defRPr>
            </a:lvl4pPr>
            <a:lvl5pPr algn="l">
              <a:defRPr sz="1350" b="1">
                <a:solidFill>
                  <a:srgbClr val="32D6C5"/>
                </a:solidFill>
              </a:defRPr>
            </a:lvl5pPr>
            <a:lvl6pPr algn="l">
              <a:defRPr sz="1350" b="1">
                <a:solidFill>
                  <a:srgbClr val="32D6C5"/>
                </a:solidFill>
              </a:defRPr>
            </a:lvl6pPr>
            <a:lvl7pPr algn="l">
              <a:defRPr sz="1350" b="1">
                <a:solidFill>
                  <a:srgbClr val="32D6C5"/>
                </a:solidFill>
              </a:defRPr>
            </a:lvl7pPr>
            <a:lvl8pPr algn="l">
              <a:defRPr sz="1350" b="1">
                <a:solidFill>
                  <a:srgbClr val="32D6C5"/>
                </a:solidFill>
              </a:defRPr>
            </a:lvl8pPr>
            <a:lvl9pPr algn="l">
              <a:defRPr sz="135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2D6C5"/>
                </a:solidFill>
              </a:defRPr>
            </a:pPr>
            <a:r>
              <a:rPr sz="1350" b="1">
                <a:solidFill>
                  <a:srgbClr val="32D6C5"/>
                </a:solidFill>
              </a:rPr>
              <a:t>Grafana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C850A4-A144-416A-96AA-220804E5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244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operational trends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BD8EB9-66CD-4F46-8E88-6B57FF1D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00450"/>
            <a:ext cx="9525" cy="781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2D6C5"/>
            </a:solidFill>
          </a:ln>
        </p:spPr>
      </p:sp>
    </p:spTree>
    <p:extLst>
      <p:ext uri="{BB962C8B-B14F-4D97-AF65-F5344CB8AC3E}">
        <p14:creationId xmlns:p14="http://schemas.microsoft.com/office/powerpoint/2010/main" val="19237558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D1C508-DB71-4F7D-86DE-FDA5D743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1CEFEC-0F2B-49E1-BC4A-1164E0C6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Eleven twins describe one connected mine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C17403-2E3C-4C92-8AF0-82A7059B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F2255-1BAA-4311-9E44-3075B5F6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Relationships make the model navigable. Features carry operational state, not only geometry.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060A11-95B8-4DD5-87CA-A59E6391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571750" cy="319087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A5EA5-8490-4BFB-B3C0-B56B6D31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81225"/>
            <a:ext cx="2114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32D6C5"/>
                </a:solidFill>
              </a:defRPr>
            </a:defPPr>
            <a:lvl1pPr algn="l">
              <a:defRPr sz="1725" b="1">
                <a:solidFill>
                  <a:srgbClr val="32D6C5"/>
                </a:solidFill>
              </a:defRPr>
            </a:lvl1pPr>
            <a:lvl2pPr algn="l">
              <a:defRPr sz="1725" b="1">
                <a:solidFill>
                  <a:srgbClr val="32D6C5"/>
                </a:solidFill>
              </a:defRPr>
            </a:lvl2pPr>
            <a:lvl3pPr algn="l">
              <a:defRPr sz="1725" b="1">
                <a:solidFill>
                  <a:srgbClr val="32D6C5"/>
                </a:solidFill>
              </a:defRPr>
            </a:lvl3pPr>
            <a:lvl4pPr algn="l">
              <a:defRPr sz="1725" b="1">
                <a:solidFill>
                  <a:srgbClr val="32D6C5"/>
                </a:solidFill>
              </a:defRPr>
            </a:lvl4pPr>
            <a:lvl5pPr algn="l">
              <a:defRPr sz="1725" b="1">
                <a:solidFill>
                  <a:srgbClr val="32D6C5"/>
                </a:solidFill>
              </a:defRPr>
            </a:lvl5pPr>
            <a:lvl6pPr algn="l">
              <a:defRPr sz="1725" b="1">
                <a:solidFill>
                  <a:srgbClr val="32D6C5"/>
                </a:solidFill>
              </a:defRPr>
            </a:lvl6pPr>
            <a:lvl7pPr algn="l">
              <a:defRPr sz="1725" b="1">
                <a:solidFill>
                  <a:srgbClr val="32D6C5"/>
                </a:solidFill>
              </a:defRPr>
            </a:lvl7pPr>
            <a:lvl8pPr algn="l">
              <a:defRPr sz="1725" b="1">
                <a:solidFill>
                  <a:srgbClr val="32D6C5"/>
                </a:solidFill>
              </a:defRPr>
            </a:lvl8pPr>
            <a:lvl9pPr algn="l">
              <a:defRPr sz="17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32D6C5"/>
                </a:solidFill>
              </a:defRPr>
            </a:pPr>
            <a:r>
              <a:rPr sz="1725" b="1">
                <a:solidFill>
                  <a:srgbClr val="32D6C5"/>
                </a:solidFill>
              </a:rPr>
              <a:t>Mine system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986B99-98BB-41A6-B229-034CDFC0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0350"/>
            <a:ext cx="2114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2D55F-77BA-4BE0-8231-4D4FB9EE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8765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North Pit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623271-F8D8-4178-A43C-8FE81A4A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38525"/>
            <a:ext cx="2114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5F7587-2021-422F-B600-556D456C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514725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Haul road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6D04AE-8284-4493-8B27-F2871489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2114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320BC8-44DC-4575-AEDE-C4A88A85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1529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ROM stockpile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0472B-2822-4670-B104-CD68506F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52625"/>
            <a:ext cx="3524250" cy="3190875"/>
          </a:xfrm>
          <a:prstGeom xmlns:a="http://schemas.openxmlformats.org/drawingml/2006/main" prst="roundRect">
            <a:avLst>
              <a:gd name="adj" fmla="val 2388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CA8F87-C98E-41FC-BFEC-6A535D79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181225"/>
            <a:ext cx="3067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F8A35"/>
                </a:solidFill>
              </a:defRPr>
            </a:defPPr>
            <a:lvl1pPr algn="l">
              <a:defRPr sz="1725" b="1">
                <a:solidFill>
                  <a:srgbClr val="FF8A35"/>
                </a:solidFill>
              </a:defRPr>
            </a:lvl1pPr>
            <a:lvl2pPr algn="l">
              <a:defRPr sz="1725" b="1">
                <a:solidFill>
                  <a:srgbClr val="FF8A35"/>
                </a:solidFill>
              </a:defRPr>
            </a:lvl2pPr>
            <a:lvl3pPr algn="l">
              <a:defRPr sz="1725" b="1">
                <a:solidFill>
                  <a:srgbClr val="FF8A35"/>
                </a:solidFill>
              </a:defRPr>
            </a:lvl3pPr>
            <a:lvl4pPr algn="l">
              <a:defRPr sz="1725" b="1">
                <a:solidFill>
                  <a:srgbClr val="FF8A35"/>
                </a:solidFill>
              </a:defRPr>
            </a:lvl4pPr>
            <a:lvl5pPr algn="l">
              <a:defRPr sz="1725" b="1">
                <a:solidFill>
                  <a:srgbClr val="FF8A35"/>
                </a:solidFill>
              </a:defRPr>
            </a:lvl5pPr>
            <a:lvl6pPr algn="l">
              <a:defRPr sz="1725" b="1">
                <a:solidFill>
                  <a:srgbClr val="FF8A35"/>
                </a:solidFill>
              </a:defRPr>
            </a:lvl6pPr>
            <a:lvl7pPr algn="l">
              <a:defRPr sz="1725" b="1">
                <a:solidFill>
                  <a:srgbClr val="FF8A35"/>
                </a:solidFill>
              </a:defRPr>
            </a:lvl7pPr>
            <a:lvl8pPr algn="l">
              <a:defRPr sz="1725" b="1">
                <a:solidFill>
                  <a:srgbClr val="FF8A35"/>
                </a:solidFill>
              </a:defRPr>
            </a:lvl8pPr>
            <a:lvl9pPr algn="l">
              <a:defRPr sz="172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F8A35"/>
                </a:solidFill>
              </a:defRPr>
            </a:pPr>
            <a:r>
              <a:rPr sz="1725" b="1">
                <a:solidFill>
                  <a:srgbClr val="FF8A35"/>
                </a:solidFill>
              </a:rPr>
              <a:t>Mobile fleet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BE1EA0-8381-4D7A-B194-5F69B78A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00350"/>
            <a:ext cx="30670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181D70-1DB6-4B0A-A2BC-29E6D86DA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7655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3 haul trucks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291A20-E6DA-4D38-ADEE-ECB0465C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38525"/>
            <a:ext cx="30670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19EF3E-F1B7-411E-B5D5-D5F9EDE1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514725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1 excavator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CC5618-7E82-4C1F-9892-EA0710B1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76700"/>
            <a:ext cx="30670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AF7C16-B278-4404-B5DE-C9FB332B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1529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Position • speed • payload • status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169761-A384-4DF2-9B12-91F623E5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4000500" cy="3190875"/>
          </a:xfrm>
          <a:prstGeom xmlns:a="http://schemas.openxmlformats.org/drawingml/2006/main" prst="roundRect">
            <a:avLst>
              <a:gd name="adj" fmla="val 2388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5D8F6B-FE61-417A-B61A-7D4B123C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81225"/>
            <a:ext cx="354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32D6C5"/>
                </a:solidFill>
              </a:defRPr>
            </a:defPPr>
            <a:lvl1pPr algn="l">
              <a:defRPr sz="1725" b="1">
                <a:solidFill>
                  <a:srgbClr val="32D6C5"/>
                </a:solidFill>
              </a:defRPr>
            </a:lvl1pPr>
            <a:lvl2pPr algn="l">
              <a:defRPr sz="1725" b="1">
                <a:solidFill>
                  <a:srgbClr val="32D6C5"/>
                </a:solidFill>
              </a:defRPr>
            </a:lvl2pPr>
            <a:lvl3pPr algn="l">
              <a:defRPr sz="1725" b="1">
                <a:solidFill>
                  <a:srgbClr val="32D6C5"/>
                </a:solidFill>
              </a:defRPr>
            </a:lvl3pPr>
            <a:lvl4pPr algn="l">
              <a:defRPr sz="1725" b="1">
                <a:solidFill>
                  <a:srgbClr val="32D6C5"/>
                </a:solidFill>
              </a:defRPr>
            </a:lvl4pPr>
            <a:lvl5pPr algn="l">
              <a:defRPr sz="1725" b="1">
                <a:solidFill>
                  <a:srgbClr val="32D6C5"/>
                </a:solidFill>
              </a:defRPr>
            </a:lvl5pPr>
            <a:lvl6pPr algn="l">
              <a:defRPr sz="1725" b="1">
                <a:solidFill>
                  <a:srgbClr val="32D6C5"/>
                </a:solidFill>
              </a:defRPr>
            </a:lvl6pPr>
            <a:lvl7pPr algn="l">
              <a:defRPr sz="1725" b="1">
                <a:solidFill>
                  <a:srgbClr val="32D6C5"/>
                </a:solidFill>
              </a:defRPr>
            </a:lvl7pPr>
            <a:lvl8pPr algn="l">
              <a:defRPr sz="1725" b="1">
                <a:solidFill>
                  <a:srgbClr val="32D6C5"/>
                </a:solidFill>
              </a:defRPr>
            </a:lvl8pPr>
            <a:lvl9pPr algn="l">
              <a:defRPr sz="17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32D6C5"/>
                </a:solidFill>
              </a:defRPr>
            </a:pPr>
            <a:r>
              <a:rPr sz="1725" b="1">
                <a:solidFill>
                  <a:srgbClr val="32D6C5"/>
                </a:solidFill>
              </a:rPr>
              <a:t>Processing + control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8BCE0-463D-495F-84FE-7861411D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00350"/>
            <a:ext cx="354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592549-7E3F-4528-A7B7-01FAC5D6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876550"/>
            <a:ext cx="3257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Crusher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A3EABF-4733-489F-8B52-F42000FD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38525"/>
            <a:ext cx="354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7600F8-6F98-4C1C-A939-6F53B0BD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514725"/>
            <a:ext cx="3257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Scenario controller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AD8E5B-A410-446A-8E67-76E749BA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76700"/>
            <a:ext cx="354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EC5EB4-9FD2-4089-A7C4-E44C5F9C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152900"/>
            <a:ext cx="3257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Inventory • processed tonnes • constraints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0CC1F4-0732-487C-AEFD-C9D644CB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8A35"/>
                </a:solidFill>
              </a:defRPr>
            </a:defPPr>
            <a:lvl1pPr algn="l">
              <a:defRPr sz="1125" b="1">
                <a:solidFill>
                  <a:srgbClr val="FF8A35"/>
                </a:solidFill>
              </a:defRPr>
            </a:lvl1pPr>
            <a:lvl2pPr algn="l">
              <a:defRPr sz="1125" b="1">
                <a:solidFill>
                  <a:srgbClr val="FF8A35"/>
                </a:solidFill>
              </a:defRPr>
            </a:lvl2pPr>
            <a:lvl3pPr algn="l">
              <a:defRPr sz="1125" b="1">
                <a:solidFill>
                  <a:srgbClr val="FF8A35"/>
                </a:solidFill>
              </a:defRPr>
            </a:lvl3pPr>
            <a:lvl4pPr algn="l">
              <a:defRPr sz="1125" b="1">
                <a:solidFill>
                  <a:srgbClr val="FF8A35"/>
                </a:solidFill>
              </a:defRPr>
            </a:lvl4pPr>
            <a:lvl5pPr algn="l">
              <a:defRPr sz="1125" b="1">
                <a:solidFill>
                  <a:srgbClr val="FF8A35"/>
                </a:solidFill>
              </a:defRPr>
            </a:lvl5pPr>
            <a:lvl6pPr algn="l">
              <a:defRPr sz="1125" b="1">
                <a:solidFill>
                  <a:srgbClr val="FF8A35"/>
                </a:solidFill>
              </a:defRPr>
            </a:lvl6pPr>
            <a:lvl7pPr algn="l">
              <a:defRPr sz="1125" b="1">
                <a:solidFill>
                  <a:srgbClr val="FF8A35"/>
                </a:solidFill>
              </a:defRPr>
            </a:lvl7pPr>
            <a:lvl8pPr algn="l">
              <a:defRPr sz="1125" b="1">
                <a:solidFill>
                  <a:srgbClr val="FF8A35"/>
                </a:solidFill>
              </a:defRPr>
            </a:lvl8pPr>
            <a:lvl9pPr algn="l">
              <a:defRPr sz="112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8A35"/>
                </a:solidFill>
              </a:defRPr>
            </a:pPr>
            <a:r>
              <a:rPr sz="1125" b="1">
                <a:solidFill>
                  <a:srgbClr val="FF8A35"/>
                </a:solidFill>
              </a:rPr>
              <a:t>Twin relationships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DCCA54-C120-4CB0-AEC7-6816E748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7212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mine → assets → process state → scenario impact</a:t>
            </a:r>
          </a:p>
        </p:txBody>
      </p:sp>
    </p:spTree>
    <p:extLst>
      <p:ext uri="{BB962C8B-B14F-4D97-AF65-F5344CB8AC3E}">
        <p14:creationId xmlns:p14="http://schemas.microsoft.com/office/powerpoint/2010/main" val="5324328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711FCA-D01D-468B-A81A-A99F9E50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BBAD02-16A6-4282-9E77-B8A111BD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The 3D scene is an operational interface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63CD1-42EF-47F0-82F9-51E8F424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4D31D-D6D8-4EA2-807F-5FC6AE77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2390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66BD7-9E3F-464C-B731-9A7A5B1C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657350"/>
            <a:ext cx="4953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1E3C45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ABA11-7659-4C9D-BACB-6742EF76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066925"/>
            <a:ext cx="411480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17313A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4E0F0-AEB3-4EF1-BEA2-727BBA4F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476500"/>
            <a:ext cx="32766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E3C45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78ED75-DCB7-4044-AC0C-70C9E24D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886075"/>
            <a:ext cx="24384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7313A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1D7404-832B-429D-A37D-89BE93F5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295650"/>
            <a:ext cx="1600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E3C45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23AED-F24F-44B5-A204-C6EF86AD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667250"/>
            <a:ext cx="3857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1B06DF-20CD-4673-8EDC-65E77FF8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524375"/>
            <a:ext cx="5238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AA8DC7-3406-4394-AFFD-04D45F41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53390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71116"/>
                </a:solidFill>
              </a:defRPr>
            </a:defPPr>
            <a:lvl1pPr algn="ctr">
              <a:defRPr sz="825" b="1">
                <a:solidFill>
                  <a:srgbClr val="071116"/>
                </a:solidFill>
              </a:defRPr>
            </a:lvl1pPr>
            <a:lvl2pPr algn="ctr">
              <a:defRPr sz="825" b="1">
                <a:solidFill>
                  <a:srgbClr val="071116"/>
                </a:solidFill>
              </a:defRPr>
            </a:lvl2pPr>
            <a:lvl3pPr algn="ctr">
              <a:defRPr sz="825" b="1">
                <a:solidFill>
                  <a:srgbClr val="071116"/>
                </a:solidFill>
              </a:defRPr>
            </a:lvl3pPr>
            <a:lvl4pPr algn="ctr">
              <a:defRPr sz="825" b="1">
                <a:solidFill>
                  <a:srgbClr val="071116"/>
                </a:solidFill>
              </a:defRPr>
            </a:lvl4pPr>
            <a:lvl5pPr algn="ctr">
              <a:defRPr sz="825" b="1">
                <a:solidFill>
                  <a:srgbClr val="071116"/>
                </a:solidFill>
              </a:defRPr>
            </a:lvl5pPr>
            <a:lvl6pPr algn="ctr">
              <a:defRPr sz="825" b="1">
                <a:solidFill>
                  <a:srgbClr val="071116"/>
                </a:solidFill>
              </a:defRPr>
            </a:lvl6pPr>
            <a:lvl7pPr algn="ctr">
              <a:defRPr sz="825" b="1">
                <a:solidFill>
                  <a:srgbClr val="071116"/>
                </a:solidFill>
              </a:defRPr>
            </a:lvl7pPr>
            <a:lvl8pPr algn="ctr">
              <a:defRPr sz="825" b="1">
                <a:solidFill>
                  <a:srgbClr val="071116"/>
                </a:solidFill>
              </a:defRPr>
            </a:lvl8pPr>
            <a:lvl9pPr algn="ctr">
              <a:defRPr sz="825" b="1">
                <a:solidFill>
                  <a:srgbClr val="071116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71116"/>
                </a:solidFill>
              </a:defRPr>
            </a:pPr>
            <a:r>
              <a:rPr sz="825" b="1">
                <a:solidFill>
                  <a:srgbClr val="071116"/>
                </a:solidFill>
              </a:rPr>
              <a:t>T1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5ED702-1B33-4761-9E76-A577E625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619500"/>
            <a:ext cx="5238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6B5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BABFB-AA16-4EC3-AF5E-B87261EA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6290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71116"/>
                </a:solidFill>
              </a:defRPr>
            </a:defPPr>
            <a:lvl1pPr algn="ctr">
              <a:defRPr sz="825" b="1">
                <a:solidFill>
                  <a:srgbClr val="071116"/>
                </a:solidFill>
              </a:defRPr>
            </a:lvl1pPr>
            <a:lvl2pPr algn="ctr">
              <a:defRPr sz="825" b="1">
                <a:solidFill>
                  <a:srgbClr val="071116"/>
                </a:solidFill>
              </a:defRPr>
            </a:lvl2pPr>
            <a:lvl3pPr algn="ctr">
              <a:defRPr sz="825" b="1">
                <a:solidFill>
                  <a:srgbClr val="071116"/>
                </a:solidFill>
              </a:defRPr>
            </a:lvl3pPr>
            <a:lvl4pPr algn="ctr">
              <a:defRPr sz="825" b="1">
                <a:solidFill>
                  <a:srgbClr val="071116"/>
                </a:solidFill>
              </a:defRPr>
            </a:lvl4pPr>
            <a:lvl5pPr algn="ctr">
              <a:defRPr sz="825" b="1">
                <a:solidFill>
                  <a:srgbClr val="071116"/>
                </a:solidFill>
              </a:defRPr>
            </a:lvl5pPr>
            <a:lvl6pPr algn="ctr">
              <a:defRPr sz="825" b="1">
                <a:solidFill>
                  <a:srgbClr val="071116"/>
                </a:solidFill>
              </a:defRPr>
            </a:lvl6pPr>
            <a:lvl7pPr algn="ctr">
              <a:defRPr sz="825" b="1">
                <a:solidFill>
                  <a:srgbClr val="071116"/>
                </a:solidFill>
              </a:defRPr>
            </a:lvl7pPr>
            <a:lvl8pPr algn="ctr">
              <a:defRPr sz="825" b="1">
                <a:solidFill>
                  <a:srgbClr val="071116"/>
                </a:solidFill>
              </a:defRPr>
            </a:lvl8pPr>
            <a:lvl9pPr algn="ctr">
              <a:defRPr sz="825" b="1">
                <a:solidFill>
                  <a:srgbClr val="071116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71116"/>
                </a:solidFill>
              </a:defRPr>
            </a:pPr>
            <a:r>
              <a:rPr sz="825" b="1">
                <a:solidFill>
                  <a:srgbClr val="071116"/>
                </a:solidFill>
              </a:rPr>
              <a:t>T2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CEBE3-5AA6-4E97-B21A-7DDB0CCC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514600"/>
            <a:ext cx="5238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7FABEC-C9C7-41EE-BE79-2A249D37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5241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71116"/>
                </a:solidFill>
              </a:defRPr>
            </a:defPPr>
            <a:lvl1pPr algn="ctr">
              <a:defRPr sz="825" b="1">
                <a:solidFill>
                  <a:srgbClr val="071116"/>
                </a:solidFill>
              </a:defRPr>
            </a:lvl1pPr>
            <a:lvl2pPr algn="ctr">
              <a:defRPr sz="825" b="1">
                <a:solidFill>
                  <a:srgbClr val="071116"/>
                </a:solidFill>
              </a:defRPr>
            </a:lvl2pPr>
            <a:lvl3pPr algn="ctr">
              <a:defRPr sz="825" b="1">
                <a:solidFill>
                  <a:srgbClr val="071116"/>
                </a:solidFill>
              </a:defRPr>
            </a:lvl3pPr>
            <a:lvl4pPr algn="ctr">
              <a:defRPr sz="825" b="1">
                <a:solidFill>
                  <a:srgbClr val="071116"/>
                </a:solidFill>
              </a:defRPr>
            </a:lvl4pPr>
            <a:lvl5pPr algn="ctr">
              <a:defRPr sz="825" b="1">
                <a:solidFill>
                  <a:srgbClr val="071116"/>
                </a:solidFill>
              </a:defRPr>
            </a:lvl5pPr>
            <a:lvl6pPr algn="ctr">
              <a:defRPr sz="825" b="1">
                <a:solidFill>
                  <a:srgbClr val="071116"/>
                </a:solidFill>
              </a:defRPr>
            </a:lvl6pPr>
            <a:lvl7pPr algn="ctr">
              <a:defRPr sz="825" b="1">
                <a:solidFill>
                  <a:srgbClr val="071116"/>
                </a:solidFill>
              </a:defRPr>
            </a:lvl7pPr>
            <a:lvl8pPr algn="ctr">
              <a:defRPr sz="825" b="1">
                <a:solidFill>
                  <a:srgbClr val="071116"/>
                </a:solidFill>
              </a:defRPr>
            </a:lvl8pPr>
            <a:lvl9pPr algn="ctr">
              <a:defRPr sz="825" b="1">
                <a:solidFill>
                  <a:srgbClr val="071116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71116"/>
                </a:solidFill>
              </a:defRPr>
            </a:pPr>
            <a:r>
              <a:rPr sz="825" b="1">
                <a:solidFill>
                  <a:srgbClr val="071116"/>
                </a:solidFill>
              </a:rPr>
              <a:t>T3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A8C897-93F1-4686-90E3-7C2F42BA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123950"/>
            <a:ext cx="3448050" cy="4762500"/>
          </a:xfrm>
          <a:prstGeom xmlns:a="http://schemas.openxmlformats.org/drawingml/2006/main" prst="roundRect">
            <a:avLst>
              <a:gd name="adj" fmla="val 2210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790232-CCAF-4393-AEE7-D3D4903C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428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4F7F8"/>
                </a:solidFill>
              </a:defRPr>
            </a:defPPr>
            <a:lvl1pPr algn="l">
              <a:defRPr sz="1800" b="1">
                <a:solidFill>
                  <a:srgbClr val="F4F7F8"/>
                </a:solidFill>
              </a:defRPr>
            </a:lvl1pPr>
            <a:lvl2pPr algn="l">
              <a:defRPr sz="1800" b="1">
                <a:solidFill>
                  <a:srgbClr val="F4F7F8"/>
                </a:solidFill>
              </a:defRPr>
            </a:lvl2pPr>
            <a:lvl3pPr algn="l">
              <a:defRPr sz="1800" b="1">
                <a:solidFill>
                  <a:srgbClr val="F4F7F8"/>
                </a:solidFill>
              </a:defRPr>
            </a:lvl3pPr>
            <a:lvl4pPr algn="l">
              <a:defRPr sz="1800" b="1">
                <a:solidFill>
                  <a:srgbClr val="F4F7F8"/>
                </a:solidFill>
              </a:defRPr>
            </a:lvl4pPr>
            <a:lvl5pPr algn="l">
              <a:defRPr sz="1800" b="1">
                <a:solidFill>
                  <a:srgbClr val="F4F7F8"/>
                </a:solidFill>
              </a:defRPr>
            </a:lvl5pPr>
            <a:lvl6pPr algn="l">
              <a:defRPr sz="1800" b="1">
                <a:solidFill>
                  <a:srgbClr val="F4F7F8"/>
                </a:solidFill>
              </a:defRPr>
            </a:lvl6pPr>
            <a:lvl7pPr algn="l">
              <a:defRPr sz="1800" b="1">
                <a:solidFill>
                  <a:srgbClr val="F4F7F8"/>
                </a:solidFill>
              </a:defRPr>
            </a:lvl7pPr>
            <a:lvl8pPr algn="l">
              <a:defRPr sz="1800" b="1">
                <a:solidFill>
                  <a:srgbClr val="F4F7F8"/>
                </a:solidFill>
              </a:defRPr>
            </a:lvl8pPr>
            <a:lvl9pPr algn="l">
              <a:defRPr sz="18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4F7F8"/>
                </a:solidFill>
              </a:defRPr>
            </a:pPr>
            <a:r>
              <a:rPr sz="1800" b="1">
                <a:solidFill>
                  <a:srgbClr val="F4F7F8"/>
                </a:solidFill>
              </a:rPr>
              <a:t>Interface 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12C0A2-5505-435A-B550-69FF21C3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2D6C5"/>
                </a:solidFill>
              </a:defRPr>
            </a:defPPr>
            <a:lvl1pPr algn="l">
              <a:defRPr sz="1425" b="1">
                <a:solidFill>
                  <a:srgbClr val="32D6C5"/>
                </a:solidFill>
              </a:defRPr>
            </a:lvl1pPr>
            <a:lvl2pPr algn="l">
              <a:defRPr sz="1425" b="1">
                <a:solidFill>
                  <a:srgbClr val="32D6C5"/>
                </a:solidFill>
              </a:defRPr>
            </a:lvl2pPr>
            <a:lvl3pPr algn="l">
              <a:defRPr sz="1425" b="1">
                <a:solidFill>
                  <a:srgbClr val="32D6C5"/>
                </a:solidFill>
              </a:defRPr>
            </a:lvl3pPr>
            <a:lvl4pPr algn="l">
              <a:defRPr sz="1425" b="1">
                <a:solidFill>
                  <a:srgbClr val="32D6C5"/>
                </a:solidFill>
              </a:defRPr>
            </a:lvl4pPr>
            <a:lvl5pPr algn="l">
              <a:defRPr sz="1425" b="1">
                <a:solidFill>
                  <a:srgbClr val="32D6C5"/>
                </a:solidFill>
              </a:defRPr>
            </a:lvl5pPr>
            <a:lvl6pPr algn="l">
              <a:defRPr sz="1425" b="1">
                <a:solidFill>
                  <a:srgbClr val="32D6C5"/>
                </a:solidFill>
              </a:defRPr>
            </a:lvl6pPr>
            <a:lvl7pPr algn="l">
              <a:defRPr sz="1425" b="1">
                <a:solidFill>
                  <a:srgbClr val="32D6C5"/>
                </a:solidFill>
              </a:defRPr>
            </a:lvl7pPr>
            <a:lvl8pPr algn="l">
              <a:defRPr sz="1425" b="1">
                <a:solidFill>
                  <a:srgbClr val="32D6C5"/>
                </a:solidFill>
              </a:defRPr>
            </a:lvl8pPr>
            <a:lvl9pPr algn="l">
              <a:defRPr sz="14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2D6C5"/>
                </a:solidFill>
              </a:defRPr>
            </a:pPr>
            <a:r>
              <a:rPr sz="1425" b="1">
                <a:solidFill>
                  <a:srgbClr val="32D6C5"/>
                </a:solidFill>
              </a:rPr>
              <a:t>Spatial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E98C18-35B1-4CC1-B185-C916AA87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28875"/>
            <a:ext cx="2667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Camera, benches, route, animated fleet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9CAF79-FB2C-4AFD-84C4-D3210E90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623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F8A35"/>
                </a:solidFill>
              </a:defRPr>
            </a:defPPr>
            <a:lvl1pPr algn="l">
              <a:defRPr sz="1425" b="1">
                <a:solidFill>
                  <a:srgbClr val="FF8A35"/>
                </a:solidFill>
              </a:defRPr>
            </a:lvl1pPr>
            <a:lvl2pPr algn="l">
              <a:defRPr sz="1425" b="1">
                <a:solidFill>
                  <a:srgbClr val="FF8A35"/>
                </a:solidFill>
              </a:defRPr>
            </a:lvl2pPr>
            <a:lvl3pPr algn="l">
              <a:defRPr sz="1425" b="1">
                <a:solidFill>
                  <a:srgbClr val="FF8A35"/>
                </a:solidFill>
              </a:defRPr>
            </a:lvl3pPr>
            <a:lvl4pPr algn="l">
              <a:defRPr sz="1425" b="1">
                <a:solidFill>
                  <a:srgbClr val="FF8A35"/>
                </a:solidFill>
              </a:defRPr>
            </a:lvl4pPr>
            <a:lvl5pPr algn="l">
              <a:defRPr sz="1425" b="1">
                <a:solidFill>
                  <a:srgbClr val="FF8A35"/>
                </a:solidFill>
              </a:defRPr>
            </a:lvl5pPr>
            <a:lvl6pPr algn="l">
              <a:defRPr sz="1425" b="1">
                <a:solidFill>
                  <a:srgbClr val="FF8A35"/>
                </a:solidFill>
              </a:defRPr>
            </a:lvl6pPr>
            <a:lvl7pPr algn="l">
              <a:defRPr sz="1425" b="1">
                <a:solidFill>
                  <a:srgbClr val="FF8A35"/>
                </a:solidFill>
              </a:defRPr>
            </a:lvl7pPr>
            <a:lvl8pPr algn="l">
              <a:defRPr sz="1425" b="1">
                <a:solidFill>
                  <a:srgbClr val="FF8A35"/>
                </a:solidFill>
              </a:defRPr>
            </a:lvl8pPr>
            <a:lvl9pPr algn="l">
              <a:defRPr sz="142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F8A35"/>
                </a:solidFill>
              </a:defRPr>
            </a:pPr>
            <a:r>
              <a:rPr sz="1425" b="1">
                <a:solidFill>
                  <a:srgbClr val="FF8A35"/>
                </a:solidFill>
              </a:rPr>
              <a:t>Operational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959CA7-B8FB-4374-A905-4AA82EAF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95675"/>
            <a:ext cx="2667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KPIs, asset selection, status and payload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7053C8-5583-4AAD-AF12-15B94185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291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7DDA8A"/>
                </a:solidFill>
              </a:defRPr>
            </a:defPPr>
            <a:lvl1pPr algn="l">
              <a:defRPr sz="1425" b="1">
                <a:solidFill>
                  <a:srgbClr val="7DDA8A"/>
                </a:solidFill>
              </a:defRPr>
            </a:lvl1pPr>
            <a:lvl2pPr algn="l">
              <a:defRPr sz="1425" b="1">
                <a:solidFill>
                  <a:srgbClr val="7DDA8A"/>
                </a:solidFill>
              </a:defRPr>
            </a:lvl2pPr>
            <a:lvl3pPr algn="l">
              <a:defRPr sz="1425" b="1">
                <a:solidFill>
                  <a:srgbClr val="7DDA8A"/>
                </a:solidFill>
              </a:defRPr>
            </a:lvl3pPr>
            <a:lvl4pPr algn="l">
              <a:defRPr sz="1425" b="1">
                <a:solidFill>
                  <a:srgbClr val="7DDA8A"/>
                </a:solidFill>
              </a:defRPr>
            </a:lvl4pPr>
            <a:lvl5pPr algn="l">
              <a:defRPr sz="1425" b="1">
                <a:solidFill>
                  <a:srgbClr val="7DDA8A"/>
                </a:solidFill>
              </a:defRPr>
            </a:lvl5pPr>
            <a:lvl6pPr algn="l">
              <a:defRPr sz="1425" b="1">
                <a:solidFill>
                  <a:srgbClr val="7DDA8A"/>
                </a:solidFill>
              </a:defRPr>
            </a:lvl6pPr>
            <a:lvl7pPr algn="l">
              <a:defRPr sz="1425" b="1">
                <a:solidFill>
                  <a:srgbClr val="7DDA8A"/>
                </a:solidFill>
              </a:defRPr>
            </a:lvl7pPr>
            <a:lvl8pPr algn="l">
              <a:defRPr sz="1425" b="1">
                <a:solidFill>
                  <a:srgbClr val="7DDA8A"/>
                </a:solidFill>
              </a:defRPr>
            </a:lvl8pPr>
            <a:lvl9pPr algn="l">
              <a:defRPr sz="1425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7DDA8A"/>
                </a:solidFill>
              </a:defRPr>
            </a:pPr>
            <a:r>
              <a:rPr sz="1425" b="1">
                <a:solidFill>
                  <a:srgbClr val="7DDA8A"/>
                </a:solidFill>
              </a:rPr>
              <a:t>Decision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905E53-85FA-4C7F-9BFF-4694D1D3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62475"/>
            <a:ext cx="2667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Scenario controls and projected impact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7C0835-23FE-4365-8FA6-80C84C07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A9B6BC"/>
                </a:solidFill>
              </a:defRPr>
            </a:defPPr>
            <a:lvl1pPr algn="l">
              <a:defRPr sz="900" b="0">
                <a:solidFill>
                  <a:srgbClr val="A9B6BC"/>
                </a:solidFill>
              </a:defRPr>
            </a:lvl1pPr>
            <a:lvl2pPr algn="l">
              <a:defRPr sz="900" b="0">
                <a:solidFill>
                  <a:srgbClr val="A9B6BC"/>
                </a:solidFill>
              </a:defRPr>
            </a:lvl2pPr>
            <a:lvl3pPr algn="l">
              <a:defRPr sz="900" b="0">
                <a:solidFill>
                  <a:srgbClr val="A9B6BC"/>
                </a:solidFill>
              </a:defRPr>
            </a:lvl3pPr>
            <a:lvl4pPr algn="l">
              <a:defRPr sz="900" b="0">
                <a:solidFill>
                  <a:srgbClr val="A9B6BC"/>
                </a:solidFill>
              </a:defRPr>
            </a:lvl4pPr>
            <a:lvl5pPr algn="l">
              <a:defRPr sz="900" b="0">
                <a:solidFill>
                  <a:srgbClr val="A9B6BC"/>
                </a:solidFill>
              </a:defRPr>
            </a:lvl5pPr>
            <a:lvl6pPr algn="l">
              <a:defRPr sz="900" b="0">
                <a:solidFill>
                  <a:srgbClr val="A9B6BC"/>
                </a:solidFill>
              </a:defRPr>
            </a:lvl6pPr>
            <a:lvl7pPr algn="l">
              <a:defRPr sz="900" b="0">
                <a:solidFill>
                  <a:srgbClr val="A9B6BC"/>
                </a:solidFill>
              </a:defRPr>
            </a:lvl7pPr>
            <a:lvl8pPr algn="l">
              <a:defRPr sz="900" b="0">
                <a:solidFill>
                  <a:srgbClr val="A9B6BC"/>
                </a:solidFill>
              </a:defRPr>
            </a:lvl8pPr>
            <a:lvl9pPr algn="l">
              <a:defRPr sz="9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A9B6BC"/>
                </a:solidFill>
              </a:defRPr>
            </a:pPr>
            <a:r>
              <a:rPr sz="900" b="0">
                <a:solidFill>
                  <a:srgbClr val="A9B6BC"/>
                </a:solidFill>
              </a:rPr>
              <a:t>Conceptual interface composition</a:t>
            </a:r>
          </a:p>
        </p:txBody>
      </p:sp>
    </p:spTree>
    <p:extLst>
      <p:ext uri="{BB962C8B-B14F-4D97-AF65-F5344CB8AC3E}">
        <p14:creationId xmlns:p14="http://schemas.microsoft.com/office/powerpoint/2010/main" val="4631992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077665-1560-4108-9220-76C67EF0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2A16A-F513-450B-8643-1B99F369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Mass balance keeps the simulation credible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0E0E3-95A0-4BF2-9E54-07B314C2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6E806-BAB0-4E82-A8F3-C5BE43BD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Truck cycles deliver ore to the ROM pad. The crusher consumes inventory continuously, so material is never deleted at dump time.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2D6492-5CC0-4DC5-BD77-A98F3F9B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23336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BEF5E1-36F6-4CE1-84BD-A1F62FC0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66925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8A35"/>
                </a:solidFill>
              </a:defRPr>
            </a:defPPr>
            <a:lvl1pPr algn="l">
              <a:defRPr sz="2325" b="1">
                <a:solidFill>
                  <a:srgbClr val="FF8A35"/>
                </a:solidFill>
              </a:defRPr>
            </a:lvl1pPr>
            <a:lvl2pPr algn="l">
              <a:defRPr sz="2325" b="1">
                <a:solidFill>
                  <a:srgbClr val="FF8A35"/>
                </a:solidFill>
              </a:defRPr>
            </a:lvl2pPr>
            <a:lvl3pPr algn="l">
              <a:defRPr sz="2325" b="1">
                <a:solidFill>
                  <a:srgbClr val="FF8A35"/>
                </a:solidFill>
              </a:defRPr>
            </a:lvl3pPr>
            <a:lvl4pPr algn="l">
              <a:defRPr sz="2325" b="1">
                <a:solidFill>
                  <a:srgbClr val="FF8A35"/>
                </a:solidFill>
              </a:defRPr>
            </a:lvl4pPr>
            <a:lvl5pPr algn="l">
              <a:defRPr sz="2325" b="1">
                <a:solidFill>
                  <a:srgbClr val="FF8A35"/>
                </a:solidFill>
              </a:defRPr>
            </a:lvl5pPr>
            <a:lvl6pPr algn="l">
              <a:defRPr sz="2325" b="1">
                <a:solidFill>
                  <a:srgbClr val="FF8A35"/>
                </a:solidFill>
              </a:defRPr>
            </a:lvl6pPr>
            <a:lvl7pPr algn="l">
              <a:defRPr sz="2325" b="1">
                <a:solidFill>
                  <a:srgbClr val="FF8A35"/>
                </a:solidFill>
              </a:defRPr>
            </a:lvl7pPr>
            <a:lvl8pPr algn="l">
              <a:defRPr sz="2325" b="1">
                <a:solidFill>
                  <a:srgbClr val="FF8A35"/>
                </a:solidFill>
              </a:defRPr>
            </a:lvl8pPr>
            <a:lvl9pPr algn="l">
              <a:defRPr sz="232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8A35"/>
                </a:solidFill>
              </a:defRPr>
            </a:pPr>
            <a:r>
              <a:rPr sz="2325" b="1">
                <a:solidFill>
                  <a:srgbClr val="FF8A35"/>
                </a:solidFill>
              </a:rPr>
              <a:t>77 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5803F4-763D-41EE-97AF-FBC7AE01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1990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truck payload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C73EA-16F5-4BB3-ACBC-9A4FEF0F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52625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5A3F68-C919-42E6-85B8-8B480A1A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66925"/>
            <a:ext cx="21812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32D6C5"/>
                </a:solidFill>
              </a:defRPr>
            </a:defPPr>
            <a:lvl1pPr algn="l">
              <a:defRPr sz="2325" b="1">
                <a:solidFill>
                  <a:srgbClr val="32D6C5"/>
                </a:solidFill>
              </a:defRPr>
            </a:lvl1pPr>
            <a:lvl2pPr algn="l">
              <a:defRPr sz="2325" b="1">
                <a:solidFill>
                  <a:srgbClr val="32D6C5"/>
                </a:solidFill>
              </a:defRPr>
            </a:lvl2pPr>
            <a:lvl3pPr algn="l">
              <a:defRPr sz="2325" b="1">
                <a:solidFill>
                  <a:srgbClr val="32D6C5"/>
                </a:solidFill>
              </a:defRPr>
            </a:lvl3pPr>
            <a:lvl4pPr algn="l">
              <a:defRPr sz="2325" b="1">
                <a:solidFill>
                  <a:srgbClr val="32D6C5"/>
                </a:solidFill>
              </a:defRPr>
            </a:lvl4pPr>
            <a:lvl5pPr algn="l">
              <a:defRPr sz="2325" b="1">
                <a:solidFill>
                  <a:srgbClr val="32D6C5"/>
                </a:solidFill>
              </a:defRPr>
            </a:lvl5pPr>
            <a:lvl6pPr algn="l">
              <a:defRPr sz="2325" b="1">
                <a:solidFill>
                  <a:srgbClr val="32D6C5"/>
                </a:solidFill>
              </a:defRPr>
            </a:lvl6pPr>
            <a:lvl7pPr algn="l">
              <a:defRPr sz="2325" b="1">
                <a:solidFill>
                  <a:srgbClr val="32D6C5"/>
                </a:solidFill>
              </a:defRPr>
            </a:lvl7pPr>
            <a:lvl8pPr algn="l">
              <a:defRPr sz="2325" b="1">
                <a:solidFill>
                  <a:srgbClr val="32D6C5"/>
                </a:solidFill>
              </a:defRPr>
            </a:lvl8pPr>
            <a:lvl9pPr algn="l">
              <a:defRPr sz="23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32D6C5"/>
                </a:solidFill>
              </a:defRPr>
            </a:pPr>
            <a:r>
              <a:rPr sz="2325" b="1">
                <a:solidFill>
                  <a:srgbClr val="32D6C5"/>
                </a:solidFill>
              </a:rPr>
              <a:t>250 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9FD41F-2D38-4675-9B9C-89C6A1C7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562225"/>
            <a:ext cx="2181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initial ROM inventory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A0FF0-623D-40EA-A1F7-842BCDB7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52625"/>
            <a:ext cx="26193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A28F02-215A-4E62-B04D-99AC9203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66925"/>
            <a:ext cx="22764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7DDA8A"/>
                </a:solidFill>
              </a:defRPr>
            </a:defPPr>
            <a:lvl1pPr algn="l">
              <a:defRPr sz="2325" b="1">
                <a:solidFill>
                  <a:srgbClr val="7DDA8A"/>
                </a:solidFill>
              </a:defRPr>
            </a:lvl1pPr>
            <a:lvl2pPr algn="l">
              <a:defRPr sz="2325" b="1">
                <a:solidFill>
                  <a:srgbClr val="7DDA8A"/>
                </a:solidFill>
              </a:defRPr>
            </a:lvl2pPr>
            <a:lvl3pPr algn="l">
              <a:defRPr sz="2325" b="1">
                <a:solidFill>
                  <a:srgbClr val="7DDA8A"/>
                </a:solidFill>
              </a:defRPr>
            </a:lvl3pPr>
            <a:lvl4pPr algn="l">
              <a:defRPr sz="2325" b="1">
                <a:solidFill>
                  <a:srgbClr val="7DDA8A"/>
                </a:solidFill>
              </a:defRPr>
            </a:lvl4pPr>
            <a:lvl5pPr algn="l">
              <a:defRPr sz="2325" b="1">
                <a:solidFill>
                  <a:srgbClr val="7DDA8A"/>
                </a:solidFill>
              </a:defRPr>
            </a:lvl5pPr>
            <a:lvl6pPr algn="l">
              <a:defRPr sz="2325" b="1">
                <a:solidFill>
                  <a:srgbClr val="7DDA8A"/>
                </a:solidFill>
              </a:defRPr>
            </a:lvl6pPr>
            <a:lvl7pPr algn="l">
              <a:defRPr sz="2325" b="1">
                <a:solidFill>
                  <a:srgbClr val="7DDA8A"/>
                </a:solidFill>
              </a:defRPr>
            </a:lvl7pPr>
            <a:lvl8pPr algn="l">
              <a:defRPr sz="2325" b="1">
                <a:solidFill>
                  <a:srgbClr val="7DDA8A"/>
                </a:solidFill>
              </a:defRPr>
            </a:lvl8pPr>
            <a:lvl9pPr algn="l">
              <a:defRPr sz="2325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7DDA8A"/>
                </a:solidFill>
              </a:defRPr>
            </a:pPr>
            <a:r>
              <a:rPr sz="2325" b="1">
                <a:solidFill>
                  <a:srgbClr val="7DDA8A"/>
                </a:solidFill>
              </a:rPr>
              <a:t>900 t/h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DA89F6-71D2-4424-8BAC-111FFB05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62225"/>
            <a:ext cx="22764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baseline crusher rate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2E733D-B390-42C8-8AD0-91F7C1F9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52625"/>
            <a:ext cx="2895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ED62D0-8098-4E44-B086-A5377732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66925"/>
            <a:ext cx="255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6B5F"/>
                </a:solidFill>
              </a:defRPr>
            </a:defPPr>
            <a:lvl1pPr algn="l">
              <a:defRPr sz="2325" b="1">
                <a:solidFill>
                  <a:srgbClr val="FF6B5F"/>
                </a:solidFill>
              </a:defRPr>
            </a:lvl1pPr>
            <a:lvl2pPr algn="l">
              <a:defRPr sz="2325" b="1">
                <a:solidFill>
                  <a:srgbClr val="FF6B5F"/>
                </a:solidFill>
              </a:defRPr>
            </a:lvl2pPr>
            <a:lvl3pPr algn="l">
              <a:defRPr sz="2325" b="1">
                <a:solidFill>
                  <a:srgbClr val="FF6B5F"/>
                </a:solidFill>
              </a:defRPr>
            </a:lvl3pPr>
            <a:lvl4pPr algn="l">
              <a:defRPr sz="2325" b="1">
                <a:solidFill>
                  <a:srgbClr val="FF6B5F"/>
                </a:solidFill>
              </a:defRPr>
            </a:lvl4pPr>
            <a:lvl5pPr algn="l">
              <a:defRPr sz="2325" b="1">
                <a:solidFill>
                  <a:srgbClr val="FF6B5F"/>
                </a:solidFill>
              </a:defRPr>
            </a:lvl5pPr>
            <a:lvl6pPr algn="l">
              <a:defRPr sz="2325" b="1">
                <a:solidFill>
                  <a:srgbClr val="FF6B5F"/>
                </a:solidFill>
              </a:defRPr>
            </a:lvl6pPr>
            <a:lvl7pPr algn="l">
              <a:defRPr sz="2325" b="1">
                <a:solidFill>
                  <a:srgbClr val="FF6B5F"/>
                </a:solidFill>
              </a:defRPr>
            </a:lvl7pPr>
            <a:lvl8pPr algn="l">
              <a:defRPr sz="2325" b="1">
                <a:solidFill>
                  <a:srgbClr val="FF6B5F"/>
                </a:solidFill>
              </a:defRPr>
            </a:lvl8pPr>
            <a:lvl9pPr algn="l">
              <a:defRPr sz="2325" b="1">
                <a:solidFill>
                  <a:srgbClr val="FF6B5F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6B5F"/>
                </a:solidFill>
              </a:defRPr>
            </a:pPr>
            <a:r>
              <a:rPr sz="2325" b="1">
                <a:solidFill>
                  <a:srgbClr val="FF6B5F"/>
                </a:solidFill>
              </a:rPr>
              <a:t>15.5 km/h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0F9E3-4327-4036-8287-F2E45BE8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62225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closed-road speed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0B283-651F-43EC-AE53-CCD0E0C4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52E966-2D8D-4E51-9F28-52B83C2C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4F7F8"/>
                </a:solidFill>
              </a:defRPr>
            </a:defPPr>
            <a:lvl1pPr algn="l">
              <a:defRPr sz="1650" b="1">
                <a:solidFill>
                  <a:srgbClr val="F4F7F8"/>
                </a:solidFill>
              </a:defRPr>
            </a:lvl1pPr>
            <a:lvl2pPr algn="l">
              <a:defRPr sz="1650" b="1">
                <a:solidFill>
                  <a:srgbClr val="F4F7F8"/>
                </a:solidFill>
              </a:defRPr>
            </a:lvl2pPr>
            <a:lvl3pPr algn="l">
              <a:defRPr sz="1650" b="1">
                <a:solidFill>
                  <a:srgbClr val="F4F7F8"/>
                </a:solidFill>
              </a:defRPr>
            </a:lvl3pPr>
            <a:lvl4pPr algn="l">
              <a:defRPr sz="1650" b="1">
                <a:solidFill>
                  <a:srgbClr val="F4F7F8"/>
                </a:solidFill>
              </a:defRPr>
            </a:lvl4pPr>
            <a:lvl5pPr algn="l">
              <a:defRPr sz="1650" b="1">
                <a:solidFill>
                  <a:srgbClr val="F4F7F8"/>
                </a:solidFill>
              </a:defRPr>
            </a:lvl5pPr>
            <a:lvl6pPr algn="l">
              <a:defRPr sz="1650" b="1">
                <a:solidFill>
                  <a:srgbClr val="F4F7F8"/>
                </a:solidFill>
              </a:defRPr>
            </a:lvl6pPr>
            <a:lvl7pPr algn="l">
              <a:defRPr sz="1650" b="1">
                <a:solidFill>
                  <a:srgbClr val="F4F7F8"/>
                </a:solidFill>
              </a:defRPr>
            </a:lvl7pPr>
            <a:lvl8pPr algn="l">
              <a:defRPr sz="1650" b="1">
                <a:solidFill>
                  <a:srgbClr val="F4F7F8"/>
                </a:solidFill>
              </a:defRPr>
            </a:lvl8pPr>
            <a:lvl9pPr algn="l">
              <a:defRPr sz="16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4F7F8"/>
                </a:solidFill>
              </a:defRPr>
            </a:pPr>
            <a:r>
              <a:rPr sz="1650" b="1">
                <a:solidFill>
                  <a:srgbClr val="F4F7F8"/>
                </a:solidFill>
              </a:rPr>
              <a:t>Material accounting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F91EC3-4738-42E5-A6AF-B7BB8F06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38625"/>
            <a:ext cx="819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F8A35"/>
                </a:solidFill>
              </a:defRPr>
            </a:defPPr>
            <a:lvl1pPr algn="l">
              <a:defRPr sz="1875" b="1">
                <a:solidFill>
                  <a:srgbClr val="FF8A35"/>
                </a:solidFill>
              </a:defRPr>
            </a:lvl1pPr>
            <a:lvl2pPr algn="l">
              <a:defRPr sz="1875" b="1">
                <a:solidFill>
                  <a:srgbClr val="FF8A35"/>
                </a:solidFill>
              </a:defRPr>
            </a:lvl2pPr>
            <a:lvl3pPr algn="l">
              <a:defRPr sz="1875" b="1">
                <a:solidFill>
                  <a:srgbClr val="FF8A35"/>
                </a:solidFill>
              </a:defRPr>
            </a:lvl3pPr>
            <a:lvl4pPr algn="l">
              <a:defRPr sz="1875" b="1">
                <a:solidFill>
                  <a:srgbClr val="FF8A35"/>
                </a:solidFill>
              </a:defRPr>
            </a:lvl4pPr>
            <a:lvl5pPr algn="l">
              <a:defRPr sz="1875" b="1">
                <a:solidFill>
                  <a:srgbClr val="FF8A35"/>
                </a:solidFill>
              </a:defRPr>
            </a:lvl5pPr>
            <a:lvl6pPr algn="l">
              <a:defRPr sz="1875" b="1">
                <a:solidFill>
                  <a:srgbClr val="FF8A35"/>
                </a:solidFill>
              </a:defRPr>
            </a:lvl6pPr>
            <a:lvl7pPr algn="l">
              <a:defRPr sz="1875" b="1">
                <a:solidFill>
                  <a:srgbClr val="FF8A35"/>
                </a:solidFill>
              </a:defRPr>
            </a:lvl7pPr>
            <a:lvl8pPr algn="l">
              <a:defRPr sz="1875" b="1">
                <a:solidFill>
                  <a:srgbClr val="FF8A35"/>
                </a:solidFill>
              </a:defRPr>
            </a:lvl8pPr>
            <a:lvl9pPr algn="l">
              <a:defRPr sz="187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F8A35"/>
                </a:solidFill>
              </a:defRPr>
            </a:pPr>
            <a:r>
              <a:rPr sz="1875" b="1">
                <a:solidFill>
                  <a:srgbClr val="FF8A35"/>
                </a:solidFill>
              </a:rPr>
              <a:t>initial ROM + delivered ore = current ROM + processed 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DE3E9E-814F-40CF-B1FC-24B64F07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625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Scenario parameters are explicit, testable and visible to the jury.</a:t>
            </a:r>
          </a:p>
        </p:txBody>
      </p:sp>
    </p:spTree>
    <p:extLst>
      <p:ext uri="{BB962C8B-B14F-4D97-AF65-F5344CB8AC3E}">
        <p14:creationId xmlns:p14="http://schemas.microsoft.com/office/powerpoint/2010/main" val="19362075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C1410B-05F7-4DF0-9505-D8CD373D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66125C-C3DE-4DF0-B00A-91280829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What-if modes quantify operational impact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DE5897-760C-41B2-A068-721D1571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281A39-A21A-44EE-9412-66DED77F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Projected throughput uses the same baseline across four deterministic modes.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9417EA19-E1B1-4248-802F-33B1E81B98AE}"/>
              </a:ext>
            </a:extLst>
          </p:cNvPr>
          <p:cNvGraphicFramePr/>
          <p:nvPr/>
        </p:nvGraphicFramePr>
        <p:xfrm>
          <a:off xmlns:a="http://schemas.openxmlformats.org/drawingml/2006/main" x="666750" y="1714500"/>
          <a:ext xmlns:a="http://schemas.openxmlformats.org/drawingml/2006/main" cx="74295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adb97f6b6040b4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AFC689-43D6-4A94-8348-237F6251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90700"/>
            <a:ext cx="2952750" cy="369570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6E357-1888-4B2D-B8B5-3FC65E0A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76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4F7F8"/>
                </a:solidFill>
              </a:defRPr>
            </a:defPPr>
            <a:lvl1pPr algn="l">
              <a:defRPr sz="1575" b="1">
                <a:solidFill>
                  <a:srgbClr val="F4F7F8"/>
                </a:solidFill>
              </a:defRPr>
            </a:lvl1pPr>
            <a:lvl2pPr algn="l">
              <a:defRPr sz="1575" b="1">
                <a:solidFill>
                  <a:srgbClr val="F4F7F8"/>
                </a:solidFill>
              </a:defRPr>
            </a:lvl2pPr>
            <a:lvl3pPr algn="l">
              <a:defRPr sz="1575" b="1">
                <a:solidFill>
                  <a:srgbClr val="F4F7F8"/>
                </a:solidFill>
              </a:defRPr>
            </a:lvl3pPr>
            <a:lvl4pPr algn="l">
              <a:defRPr sz="1575" b="1">
                <a:solidFill>
                  <a:srgbClr val="F4F7F8"/>
                </a:solidFill>
              </a:defRPr>
            </a:lvl4pPr>
            <a:lvl5pPr algn="l">
              <a:defRPr sz="1575" b="1">
                <a:solidFill>
                  <a:srgbClr val="F4F7F8"/>
                </a:solidFill>
              </a:defRPr>
            </a:lvl5pPr>
            <a:lvl6pPr algn="l">
              <a:defRPr sz="1575" b="1">
                <a:solidFill>
                  <a:srgbClr val="F4F7F8"/>
                </a:solidFill>
              </a:defRPr>
            </a:lvl6pPr>
            <a:lvl7pPr algn="l">
              <a:defRPr sz="1575" b="1">
                <a:solidFill>
                  <a:srgbClr val="F4F7F8"/>
                </a:solidFill>
              </a:defRPr>
            </a:lvl7pPr>
            <a:lvl8pPr algn="l">
              <a:defRPr sz="1575" b="1">
                <a:solidFill>
                  <a:srgbClr val="F4F7F8"/>
                </a:solidFill>
              </a:defRPr>
            </a:lvl8pPr>
            <a:lvl9pPr algn="l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Impact from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BCB0D-362A-4C9C-B965-64F98BA9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098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Truck breakdown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66730-8F82-4082-ABB8-8BF245BB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8130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725" b="1">
                <a:solidFill>
                  <a:srgbClr val="FF8A35"/>
                </a:solidFill>
              </a:defRPr>
            </a:defPPr>
            <a:lvl1pPr algn="r">
              <a:defRPr sz="1725" b="1">
                <a:solidFill>
                  <a:srgbClr val="FF8A35"/>
                </a:solidFill>
              </a:defRPr>
            </a:lvl1pPr>
            <a:lvl2pPr algn="r">
              <a:defRPr sz="1725" b="1">
                <a:solidFill>
                  <a:srgbClr val="FF8A35"/>
                </a:solidFill>
              </a:defRPr>
            </a:lvl2pPr>
            <a:lvl3pPr algn="r">
              <a:defRPr sz="1725" b="1">
                <a:solidFill>
                  <a:srgbClr val="FF8A35"/>
                </a:solidFill>
              </a:defRPr>
            </a:lvl3pPr>
            <a:lvl4pPr algn="r">
              <a:defRPr sz="1725" b="1">
                <a:solidFill>
                  <a:srgbClr val="FF8A35"/>
                </a:solidFill>
              </a:defRPr>
            </a:lvl4pPr>
            <a:lvl5pPr algn="r">
              <a:defRPr sz="1725" b="1">
                <a:solidFill>
                  <a:srgbClr val="FF8A35"/>
                </a:solidFill>
              </a:defRPr>
            </a:lvl5pPr>
            <a:lvl6pPr algn="r">
              <a:defRPr sz="1725" b="1">
                <a:solidFill>
                  <a:srgbClr val="FF8A35"/>
                </a:solidFill>
              </a:defRPr>
            </a:lvl6pPr>
            <a:lvl7pPr algn="r">
              <a:defRPr sz="1725" b="1">
                <a:solidFill>
                  <a:srgbClr val="FF8A35"/>
                </a:solidFill>
              </a:defRPr>
            </a:lvl7pPr>
            <a:lvl8pPr algn="r">
              <a:defRPr sz="1725" b="1">
                <a:solidFill>
                  <a:srgbClr val="FF8A35"/>
                </a:solidFill>
              </a:defRPr>
            </a:lvl8pPr>
            <a:lvl9pPr algn="r">
              <a:defRPr sz="172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r">
              <a:defRPr sz="1725" b="1">
                <a:solidFill>
                  <a:srgbClr val="FF8A35"/>
                </a:solidFill>
              </a:defRPr>
            </a:pPr>
            <a:r>
              <a:rPr sz="1725" b="1">
                <a:solidFill>
                  <a:srgbClr val="FF8A35"/>
                </a:solidFill>
              </a:rPr>
              <a:t>−17%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834BCE-EA79-450B-8C69-12B8DAAB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619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Road closure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0386A4-A0C5-446B-AA3B-C5A5F7F8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590925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725" b="1">
                <a:solidFill>
                  <a:srgbClr val="FF6B5F"/>
                </a:solidFill>
              </a:defRPr>
            </a:defPPr>
            <a:lvl1pPr algn="r">
              <a:defRPr sz="1725" b="1">
                <a:solidFill>
                  <a:srgbClr val="FF6B5F"/>
                </a:solidFill>
              </a:defRPr>
            </a:lvl1pPr>
            <a:lvl2pPr algn="r">
              <a:defRPr sz="1725" b="1">
                <a:solidFill>
                  <a:srgbClr val="FF6B5F"/>
                </a:solidFill>
              </a:defRPr>
            </a:lvl2pPr>
            <a:lvl3pPr algn="r">
              <a:defRPr sz="1725" b="1">
                <a:solidFill>
                  <a:srgbClr val="FF6B5F"/>
                </a:solidFill>
              </a:defRPr>
            </a:lvl3pPr>
            <a:lvl4pPr algn="r">
              <a:defRPr sz="1725" b="1">
                <a:solidFill>
                  <a:srgbClr val="FF6B5F"/>
                </a:solidFill>
              </a:defRPr>
            </a:lvl4pPr>
            <a:lvl5pPr algn="r">
              <a:defRPr sz="1725" b="1">
                <a:solidFill>
                  <a:srgbClr val="FF6B5F"/>
                </a:solidFill>
              </a:defRPr>
            </a:lvl5pPr>
            <a:lvl6pPr algn="r">
              <a:defRPr sz="1725" b="1">
                <a:solidFill>
                  <a:srgbClr val="FF6B5F"/>
                </a:solidFill>
              </a:defRPr>
            </a:lvl6pPr>
            <a:lvl7pPr algn="r">
              <a:defRPr sz="1725" b="1">
                <a:solidFill>
                  <a:srgbClr val="FF6B5F"/>
                </a:solidFill>
              </a:defRPr>
            </a:lvl7pPr>
            <a:lvl8pPr algn="r">
              <a:defRPr sz="1725" b="1">
                <a:solidFill>
                  <a:srgbClr val="FF6B5F"/>
                </a:solidFill>
              </a:defRPr>
            </a:lvl8pPr>
            <a:lvl9pPr algn="r">
              <a:defRPr sz="1725" b="1">
                <a:solidFill>
                  <a:srgbClr val="FF6B5F"/>
                </a:solidFill>
              </a:defRPr>
            </a:lvl9pPr>
          </a:lstStyle>
          <a:p xmlns:a="http://schemas.openxmlformats.org/drawingml/2006/main">
            <a:pPr algn="r">
              <a:defRPr sz="1725" b="1">
                <a:solidFill>
                  <a:srgbClr val="FF6B5F"/>
                </a:solidFill>
              </a:defRPr>
            </a:pPr>
            <a:r>
              <a:rPr sz="1725" b="1">
                <a:solidFill>
                  <a:srgbClr val="FF6B5F"/>
                </a:solidFill>
              </a:rPr>
              <a:t>−28%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402AF6-D9C4-4B37-9BB4-BE50DC5F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2912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Crusher slowdown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A69457-3CD6-400A-88FF-307C1C80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4005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725" b="1">
                <a:solidFill>
                  <a:srgbClr val="FF6B5F"/>
                </a:solidFill>
              </a:defRPr>
            </a:defPPr>
            <a:lvl1pPr algn="r">
              <a:defRPr sz="1725" b="1">
                <a:solidFill>
                  <a:srgbClr val="FF6B5F"/>
                </a:solidFill>
              </a:defRPr>
            </a:lvl1pPr>
            <a:lvl2pPr algn="r">
              <a:defRPr sz="1725" b="1">
                <a:solidFill>
                  <a:srgbClr val="FF6B5F"/>
                </a:solidFill>
              </a:defRPr>
            </a:lvl2pPr>
            <a:lvl3pPr algn="r">
              <a:defRPr sz="1725" b="1">
                <a:solidFill>
                  <a:srgbClr val="FF6B5F"/>
                </a:solidFill>
              </a:defRPr>
            </a:lvl3pPr>
            <a:lvl4pPr algn="r">
              <a:defRPr sz="1725" b="1">
                <a:solidFill>
                  <a:srgbClr val="FF6B5F"/>
                </a:solidFill>
              </a:defRPr>
            </a:lvl4pPr>
            <a:lvl5pPr algn="r">
              <a:defRPr sz="1725" b="1">
                <a:solidFill>
                  <a:srgbClr val="FF6B5F"/>
                </a:solidFill>
              </a:defRPr>
            </a:lvl5pPr>
            <a:lvl6pPr algn="r">
              <a:defRPr sz="1725" b="1">
                <a:solidFill>
                  <a:srgbClr val="FF6B5F"/>
                </a:solidFill>
              </a:defRPr>
            </a:lvl6pPr>
            <a:lvl7pPr algn="r">
              <a:defRPr sz="1725" b="1">
                <a:solidFill>
                  <a:srgbClr val="FF6B5F"/>
                </a:solidFill>
              </a:defRPr>
            </a:lvl7pPr>
            <a:lvl8pPr algn="r">
              <a:defRPr sz="1725" b="1">
                <a:solidFill>
                  <a:srgbClr val="FF6B5F"/>
                </a:solidFill>
              </a:defRPr>
            </a:lvl8pPr>
            <a:lvl9pPr algn="r">
              <a:defRPr sz="1725" b="1">
                <a:solidFill>
                  <a:srgbClr val="FF6B5F"/>
                </a:solidFill>
              </a:defRPr>
            </a:lvl9pPr>
          </a:lstStyle>
          <a:p xmlns:a="http://schemas.openxmlformats.org/drawingml/2006/main">
            <a:pPr algn="r">
              <a:defRPr sz="1725" b="1">
                <a:solidFill>
                  <a:srgbClr val="FF6B5F"/>
                </a:solidFill>
              </a:defRPr>
            </a:pPr>
            <a:r>
              <a:rPr sz="1725" b="1">
                <a:solidFill>
                  <a:srgbClr val="FF6B5F"/>
                </a:solidFill>
              </a:rPr>
              <a:t>−45%</a:t>
            </a:r>
          </a:p>
        </p:txBody>
      </p:sp>
    </p:spTree>
    <p:extLst>
      <p:ext uri="{BB962C8B-B14F-4D97-AF65-F5344CB8AC3E}">
        <p14:creationId xmlns:p14="http://schemas.microsoft.com/office/powerpoint/2010/main" val="17797058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247C38-9667-40A4-B185-BD0EBCCF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77E14B-5CDB-4BC1-869F-5A0ECA6C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Evidence is separated from release gates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B8D6B5-D740-4B8E-9E7B-4FD15302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EC561-CCD5-4E10-8BF5-2164B658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What is already verified is stated plainly. Remaining environment checks stay visible until they pass.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F9289-2DB2-4BF0-BAAD-254AB24C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721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27B618-07EB-4714-AE74-EDB96192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7DDA8A"/>
                </a:solidFill>
              </a:defRPr>
            </a:defPPr>
            <a:lvl1pPr algn="l">
              <a:defRPr sz="1875" b="1">
                <a:solidFill>
                  <a:srgbClr val="7DDA8A"/>
                </a:solidFill>
              </a:defRPr>
            </a:lvl1pPr>
            <a:lvl2pPr algn="l">
              <a:defRPr sz="1875" b="1">
                <a:solidFill>
                  <a:srgbClr val="7DDA8A"/>
                </a:solidFill>
              </a:defRPr>
            </a:lvl2pPr>
            <a:lvl3pPr algn="l">
              <a:defRPr sz="1875" b="1">
                <a:solidFill>
                  <a:srgbClr val="7DDA8A"/>
                </a:solidFill>
              </a:defRPr>
            </a:lvl3pPr>
            <a:lvl4pPr algn="l">
              <a:defRPr sz="1875" b="1">
                <a:solidFill>
                  <a:srgbClr val="7DDA8A"/>
                </a:solidFill>
              </a:defRPr>
            </a:lvl4pPr>
            <a:lvl5pPr algn="l">
              <a:defRPr sz="1875" b="1">
                <a:solidFill>
                  <a:srgbClr val="7DDA8A"/>
                </a:solidFill>
              </a:defRPr>
            </a:lvl5pPr>
            <a:lvl6pPr algn="l">
              <a:defRPr sz="1875" b="1">
                <a:solidFill>
                  <a:srgbClr val="7DDA8A"/>
                </a:solidFill>
              </a:defRPr>
            </a:lvl6pPr>
            <a:lvl7pPr algn="l">
              <a:defRPr sz="1875" b="1">
                <a:solidFill>
                  <a:srgbClr val="7DDA8A"/>
                </a:solidFill>
              </a:defRPr>
            </a:lvl7pPr>
            <a:lvl8pPr algn="l">
              <a:defRPr sz="1875" b="1">
                <a:solidFill>
                  <a:srgbClr val="7DDA8A"/>
                </a:solidFill>
              </a:defRPr>
            </a:lvl8pPr>
            <a:lvl9pPr algn="l">
              <a:defRPr sz="1875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DDA8A"/>
                </a:solidFill>
              </a:defRPr>
            </a:pPr>
            <a:r>
              <a:rPr sz="1875" b="1">
                <a:solidFill>
                  <a:srgbClr val="7DDA8A"/>
                </a:solidFill>
              </a:rPr>
              <a:t>Verified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1ED4D-80E3-446F-8D18-64F765CF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860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DB8C0E-12F7-4508-9A75-2ECA9E99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717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4F7F8"/>
                </a:solidFill>
              </a:defRPr>
            </a:defPPr>
            <a:lvl1pPr algn="l">
              <a:defRPr sz="1275" b="1">
                <a:solidFill>
                  <a:srgbClr val="F4F7F8"/>
                </a:solidFill>
              </a:defRPr>
            </a:lvl1pPr>
            <a:lvl2pPr algn="l">
              <a:defRPr sz="1275" b="1">
                <a:solidFill>
                  <a:srgbClr val="F4F7F8"/>
                </a:solidFill>
              </a:defRPr>
            </a:lvl2pPr>
            <a:lvl3pPr algn="l">
              <a:defRPr sz="1275" b="1">
                <a:solidFill>
                  <a:srgbClr val="F4F7F8"/>
                </a:solidFill>
              </a:defRPr>
            </a:lvl3pPr>
            <a:lvl4pPr algn="l">
              <a:defRPr sz="1275" b="1">
                <a:solidFill>
                  <a:srgbClr val="F4F7F8"/>
                </a:solidFill>
              </a:defRPr>
            </a:lvl4pPr>
            <a:lvl5pPr algn="l">
              <a:defRPr sz="1275" b="1">
                <a:solidFill>
                  <a:srgbClr val="F4F7F8"/>
                </a:solidFill>
              </a:defRPr>
            </a:lvl5pPr>
            <a:lvl6pPr algn="l">
              <a:defRPr sz="1275" b="1">
                <a:solidFill>
                  <a:srgbClr val="F4F7F8"/>
                </a:solidFill>
              </a:defRPr>
            </a:lvl6pPr>
            <a:lvl7pPr algn="l">
              <a:defRPr sz="1275" b="1">
                <a:solidFill>
                  <a:srgbClr val="F4F7F8"/>
                </a:solidFill>
              </a:defRPr>
            </a:lvl7pPr>
            <a:lvl8pPr algn="l">
              <a:defRPr sz="1275" b="1">
                <a:solidFill>
                  <a:srgbClr val="F4F7F8"/>
                </a:solidFill>
              </a:defRPr>
            </a:lvl8pPr>
            <a:lvl9pPr algn="l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8 simulation unit tests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F2D04A-7518-4640-A20F-4388D58C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194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9FC8BC-6847-4AAE-B53A-0111F8FD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Frontend production build passes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FBF1C-837B-4F14-9465-63BDC862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13F1B5-012D-4CF5-84BD-A522BBAB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Python compile and JSON validation pass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1ED79F-4464-421E-9262-4A2F300B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BB46CE-0FB3-44CF-B588-E9953F07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719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Compose configuration parses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047711-8466-4407-A47D-2A40F934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53721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F2A1B1-DC73-4AC0-8127-ECC4E1B5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764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F8A35"/>
                </a:solidFill>
              </a:defRPr>
            </a:defPPr>
            <a:lvl1pPr algn="l">
              <a:defRPr sz="1875" b="1">
                <a:solidFill>
                  <a:srgbClr val="FF8A35"/>
                </a:solidFill>
              </a:defRPr>
            </a:lvl1pPr>
            <a:lvl2pPr algn="l">
              <a:defRPr sz="1875" b="1">
                <a:solidFill>
                  <a:srgbClr val="FF8A35"/>
                </a:solidFill>
              </a:defRPr>
            </a:lvl2pPr>
            <a:lvl3pPr algn="l">
              <a:defRPr sz="1875" b="1">
                <a:solidFill>
                  <a:srgbClr val="FF8A35"/>
                </a:solidFill>
              </a:defRPr>
            </a:lvl3pPr>
            <a:lvl4pPr algn="l">
              <a:defRPr sz="1875" b="1">
                <a:solidFill>
                  <a:srgbClr val="FF8A35"/>
                </a:solidFill>
              </a:defRPr>
            </a:lvl4pPr>
            <a:lvl5pPr algn="l">
              <a:defRPr sz="1875" b="1">
                <a:solidFill>
                  <a:srgbClr val="FF8A35"/>
                </a:solidFill>
              </a:defRPr>
            </a:lvl5pPr>
            <a:lvl6pPr algn="l">
              <a:defRPr sz="1875" b="1">
                <a:solidFill>
                  <a:srgbClr val="FF8A35"/>
                </a:solidFill>
              </a:defRPr>
            </a:lvl6pPr>
            <a:lvl7pPr algn="l">
              <a:defRPr sz="1875" b="1">
                <a:solidFill>
                  <a:srgbClr val="FF8A35"/>
                </a:solidFill>
              </a:defRPr>
            </a:lvl7pPr>
            <a:lvl8pPr algn="l">
              <a:defRPr sz="1875" b="1">
                <a:solidFill>
                  <a:srgbClr val="FF8A35"/>
                </a:solidFill>
              </a:defRPr>
            </a:lvl8pPr>
            <a:lvl9pPr algn="l">
              <a:defRPr sz="187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F8A35"/>
                </a:solidFill>
              </a:defRPr>
            </a:pPr>
            <a:r>
              <a:rPr sz="1875" b="1">
                <a:solidFill>
                  <a:srgbClr val="FF8A35"/>
                </a:solidFill>
              </a:rPr>
              <a:t>Before submission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7974DD-5B2D-4685-A7CB-B70E3D6D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B102CA-63F3-4F6A-94C4-EFDD065E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717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4F7F8"/>
                </a:solidFill>
              </a:defRPr>
            </a:defPPr>
            <a:lvl1pPr algn="l">
              <a:defRPr sz="1275" b="1">
                <a:solidFill>
                  <a:srgbClr val="F4F7F8"/>
                </a:solidFill>
              </a:defRPr>
            </a:lvl1pPr>
            <a:lvl2pPr algn="l">
              <a:defRPr sz="1275" b="1">
                <a:solidFill>
                  <a:srgbClr val="F4F7F8"/>
                </a:solidFill>
              </a:defRPr>
            </a:lvl2pPr>
            <a:lvl3pPr algn="l">
              <a:defRPr sz="1275" b="1">
                <a:solidFill>
                  <a:srgbClr val="F4F7F8"/>
                </a:solidFill>
              </a:defRPr>
            </a:lvl3pPr>
            <a:lvl4pPr algn="l">
              <a:defRPr sz="1275" b="1">
                <a:solidFill>
                  <a:srgbClr val="F4F7F8"/>
                </a:solidFill>
              </a:defRPr>
            </a:lvl4pPr>
            <a:lvl5pPr algn="l">
              <a:defRPr sz="1275" b="1">
                <a:solidFill>
                  <a:srgbClr val="F4F7F8"/>
                </a:solidFill>
              </a:defRPr>
            </a:lvl5pPr>
            <a:lvl6pPr algn="l">
              <a:defRPr sz="1275" b="1">
                <a:solidFill>
                  <a:srgbClr val="F4F7F8"/>
                </a:solidFill>
              </a:defRPr>
            </a:lvl6pPr>
            <a:lvl7pPr algn="l">
              <a:defRPr sz="1275" b="1">
                <a:solidFill>
                  <a:srgbClr val="F4F7F8"/>
                </a:solidFill>
              </a:defRPr>
            </a:lvl7pPr>
            <a:lvl8pPr algn="l">
              <a:defRPr sz="1275" b="1">
                <a:solidFill>
                  <a:srgbClr val="F4F7F8"/>
                </a:solidFill>
              </a:defRPr>
            </a:lvl8pPr>
            <a:lvl9pPr algn="l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Run clean end-to-end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B59EAD-ED08-4C47-A3D5-A0439917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194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37A250-00C4-4D1F-B4D7-9D16CE6B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051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Capture real 3D interface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460F6D-6F45-4544-9C82-7E0D7050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528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97C25F-6CFC-44C4-A1A2-9FCDD220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385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Record demo and rehearse jury flow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956EFE-B2B1-41A4-86A4-3CEEC160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862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92B9DB-FE52-45AE-8D01-8BA6C2CB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1719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Confirm final commit on official main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F80681-E850-45E3-B92E-D5790794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572125"/>
            <a:ext cx="5238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571FD7-3B11-458A-9C25-C8879E61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5591175"/>
            <a:ext cx="501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32D6C5"/>
                </a:solidFill>
              </a:defRPr>
            </a:defPPr>
            <a:lvl1pPr algn="ctr">
              <a:defRPr sz="975" b="1">
                <a:solidFill>
                  <a:srgbClr val="32D6C5"/>
                </a:solidFill>
              </a:defRPr>
            </a:lvl1pPr>
            <a:lvl2pPr algn="ctr">
              <a:defRPr sz="975" b="1">
                <a:solidFill>
                  <a:srgbClr val="32D6C5"/>
                </a:solidFill>
              </a:defRPr>
            </a:lvl2pPr>
            <a:lvl3pPr algn="ctr">
              <a:defRPr sz="975" b="1">
                <a:solidFill>
                  <a:srgbClr val="32D6C5"/>
                </a:solidFill>
              </a:defRPr>
            </a:lvl3pPr>
            <a:lvl4pPr algn="ctr">
              <a:defRPr sz="975" b="1">
                <a:solidFill>
                  <a:srgbClr val="32D6C5"/>
                </a:solidFill>
              </a:defRPr>
            </a:lvl4pPr>
            <a:lvl5pPr algn="ctr">
              <a:defRPr sz="975" b="1">
                <a:solidFill>
                  <a:srgbClr val="32D6C5"/>
                </a:solidFill>
              </a:defRPr>
            </a:lvl5pPr>
            <a:lvl6pPr algn="ctr">
              <a:defRPr sz="975" b="1">
                <a:solidFill>
                  <a:srgbClr val="32D6C5"/>
                </a:solidFill>
              </a:defRPr>
            </a:lvl6pPr>
            <a:lvl7pPr algn="ctr">
              <a:defRPr sz="975" b="1">
                <a:solidFill>
                  <a:srgbClr val="32D6C5"/>
                </a:solidFill>
              </a:defRPr>
            </a:lvl7pPr>
            <a:lvl8pPr algn="ctr">
              <a:defRPr sz="975" b="1">
                <a:solidFill>
                  <a:srgbClr val="32D6C5"/>
                </a:solidFill>
              </a:defRPr>
            </a:lvl8pPr>
            <a:lvl9pPr algn="ctr">
              <a:defRPr sz="97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32D6C5"/>
                </a:solidFill>
              </a:defRPr>
            </a:pPr>
            <a:r>
              <a:rPr sz="975" b="1">
                <a:solidFill>
                  <a:srgbClr val="32D6C5"/>
                </a:solidFill>
              </a:rPr>
              <a:t>NO FABRICATED TELEMETRY • NO HIDDEN CLAIMS</a:t>
            </a:r>
          </a:p>
        </p:txBody>
      </p:sp>
    </p:spTree>
    <p:extLst>
      <p:ext uri="{BB962C8B-B14F-4D97-AF65-F5344CB8AC3E}">
        <p14:creationId xmlns:p14="http://schemas.microsoft.com/office/powerpoint/2010/main" val="1067103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4D22E0-13B8-4012-8E42-D997CFE6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59E04C-FE06-46AF-95C9-E5D53E15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04900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4F7F8"/>
                </a:solidFill>
              </a:defRPr>
            </a:defPPr>
            <a:lvl1pPr algn="l">
              <a:defRPr sz="3150" b="1">
                <a:solidFill>
                  <a:srgbClr val="F4F7F8"/>
                </a:solidFill>
              </a:defRPr>
            </a:lvl1pPr>
            <a:lvl2pPr algn="l">
              <a:defRPr sz="3150" b="1">
                <a:solidFill>
                  <a:srgbClr val="F4F7F8"/>
                </a:solidFill>
              </a:defRPr>
            </a:lvl2pPr>
            <a:lvl3pPr algn="l">
              <a:defRPr sz="3150" b="1">
                <a:solidFill>
                  <a:srgbClr val="F4F7F8"/>
                </a:solidFill>
              </a:defRPr>
            </a:lvl3pPr>
            <a:lvl4pPr algn="l">
              <a:defRPr sz="3150" b="1">
                <a:solidFill>
                  <a:srgbClr val="F4F7F8"/>
                </a:solidFill>
              </a:defRPr>
            </a:lvl4pPr>
            <a:lvl5pPr algn="l">
              <a:defRPr sz="3150" b="1">
                <a:solidFill>
                  <a:srgbClr val="F4F7F8"/>
                </a:solidFill>
              </a:defRPr>
            </a:lvl5pPr>
            <a:lvl6pPr algn="l">
              <a:defRPr sz="3150" b="1">
                <a:solidFill>
                  <a:srgbClr val="F4F7F8"/>
                </a:solidFill>
              </a:defRPr>
            </a:lvl6pPr>
            <a:lvl7pPr algn="l">
              <a:defRPr sz="3150" b="1">
                <a:solidFill>
                  <a:srgbClr val="F4F7F8"/>
                </a:solidFill>
              </a:defRPr>
            </a:lvl7pPr>
            <a:lvl8pPr algn="l">
              <a:defRPr sz="3150" b="1">
                <a:solidFill>
                  <a:srgbClr val="F4F7F8"/>
                </a:solidFill>
              </a:defRPr>
            </a:lvl8pPr>
            <a:lvl9pPr algn="l">
              <a:defRPr sz="31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F4F7F8"/>
                </a:solidFill>
              </a:defRPr>
            </a:pPr>
            <a:r>
              <a:rPr sz="3150" b="1">
                <a:solidFill>
                  <a:srgbClr val="F4F7F8"/>
                </a:solidFill>
              </a:rPr>
              <a:t>Ademix turns mine events into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BE5B72-846E-4BE1-B7D7-9E15B213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71675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FF8A35"/>
                </a:solidFill>
              </a:defRPr>
            </a:defPPr>
            <a:lvl1pPr algn="l">
              <a:defRPr sz="1950" b="1">
                <a:solidFill>
                  <a:srgbClr val="FF8A35"/>
                </a:solidFill>
              </a:defRPr>
            </a:lvl1pPr>
            <a:lvl2pPr algn="l">
              <a:defRPr sz="1950" b="1">
                <a:solidFill>
                  <a:srgbClr val="FF8A35"/>
                </a:solidFill>
              </a:defRPr>
            </a:lvl2pPr>
            <a:lvl3pPr algn="l">
              <a:defRPr sz="1950" b="1">
                <a:solidFill>
                  <a:srgbClr val="FF8A35"/>
                </a:solidFill>
              </a:defRPr>
            </a:lvl3pPr>
            <a:lvl4pPr algn="l">
              <a:defRPr sz="1950" b="1">
                <a:solidFill>
                  <a:srgbClr val="FF8A35"/>
                </a:solidFill>
              </a:defRPr>
            </a:lvl4pPr>
            <a:lvl5pPr algn="l">
              <a:defRPr sz="1950" b="1">
                <a:solidFill>
                  <a:srgbClr val="FF8A35"/>
                </a:solidFill>
              </a:defRPr>
            </a:lvl5pPr>
            <a:lvl6pPr algn="l">
              <a:defRPr sz="1950" b="1">
                <a:solidFill>
                  <a:srgbClr val="FF8A35"/>
                </a:solidFill>
              </a:defRPr>
            </a:lvl6pPr>
            <a:lvl7pPr algn="l">
              <a:defRPr sz="1950" b="1">
                <a:solidFill>
                  <a:srgbClr val="FF8A35"/>
                </a:solidFill>
              </a:defRPr>
            </a:lvl7pPr>
            <a:lvl8pPr algn="l">
              <a:defRPr sz="1950" b="1">
                <a:solidFill>
                  <a:srgbClr val="FF8A35"/>
                </a:solidFill>
              </a:defRPr>
            </a:lvl8pPr>
            <a:lvl9pPr algn="l">
              <a:defRPr sz="19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F8A35"/>
                </a:solidFill>
              </a:defRPr>
            </a:pPr>
            <a:r>
              <a:rPr sz="1950" b="1">
                <a:solidFill>
                  <a:srgbClr val="FF8A35"/>
                </a:solidFill>
              </a:rPr>
              <a:t>Connected twins. Visible material flow. Measurable scenarios.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7B538-A640-4C04-B86B-4C3478B7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0"/>
            <a:ext cx="3048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C6093-38A8-4AA7-903E-6150154A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480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32D6C5"/>
                </a:solidFill>
              </a:defRPr>
            </a:defPPr>
            <a:lvl1pPr algn="l">
              <a:defRPr sz="2325" b="1">
                <a:solidFill>
                  <a:srgbClr val="32D6C5"/>
                </a:solidFill>
              </a:defRPr>
            </a:lvl1pPr>
            <a:lvl2pPr algn="l">
              <a:defRPr sz="2325" b="1">
                <a:solidFill>
                  <a:srgbClr val="32D6C5"/>
                </a:solidFill>
              </a:defRPr>
            </a:lvl2pPr>
            <a:lvl3pPr algn="l">
              <a:defRPr sz="2325" b="1">
                <a:solidFill>
                  <a:srgbClr val="32D6C5"/>
                </a:solidFill>
              </a:defRPr>
            </a:lvl3pPr>
            <a:lvl4pPr algn="l">
              <a:defRPr sz="2325" b="1">
                <a:solidFill>
                  <a:srgbClr val="32D6C5"/>
                </a:solidFill>
              </a:defRPr>
            </a:lvl4pPr>
            <a:lvl5pPr algn="l">
              <a:defRPr sz="2325" b="1">
                <a:solidFill>
                  <a:srgbClr val="32D6C5"/>
                </a:solidFill>
              </a:defRPr>
            </a:lvl5pPr>
            <a:lvl6pPr algn="l">
              <a:defRPr sz="2325" b="1">
                <a:solidFill>
                  <a:srgbClr val="32D6C5"/>
                </a:solidFill>
              </a:defRPr>
            </a:lvl6pPr>
            <a:lvl7pPr algn="l">
              <a:defRPr sz="2325" b="1">
                <a:solidFill>
                  <a:srgbClr val="32D6C5"/>
                </a:solidFill>
              </a:defRPr>
            </a:lvl7pPr>
            <a:lvl8pPr algn="l">
              <a:defRPr sz="2325" b="1">
                <a:solidFill>
                  <a:srgbClr val="32D6C5"/>
                </a:solidFill>
              </a:defRPr>
            </a:lvl8pPr>
            <a:lvl9pPr algn="l">
              <a:defRPr sz="23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32D6C5"/>
                </a:solidFill>
              </a:defRPr>
            </a:pPr>
            <a:r>
              <a:rPr sz="2325" b="1">
                <a:solidFill>
                  <a:srgbClr val="32D6C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A0D0E-A141-44D3-855E-4A06D677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29000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4F7F8"/>
                </a:solidFill>
              </a:defRPr>
            </a:defPPr>
            <a:lvl1pPr algn="l">
              <a:defRPr sz="1425" b="1">
                <a:solidFill>
                  <a:srgbClr val="F4F7F8"/>
                </a:solidFill>
              </a:defRPr>
            </a:lvl1pPr>
            <a:lvl2pPr algn="l">
              <a:defRPr sz="1425" b="1">
                <a:solidFill>
                  <a:srgbClr val="F4F7F8"/>
                </a:solidFill>
              </a:defRPr>
            </a:lvl2pPr>
            <a:lvl3pPr algn="l">
              <a:defRPr sz="1425" b="1">
                <a:solidFill>
                  <a:srgbClr val="F4F7F8"/>
                </a:solidFill>
              </a:defRPr>
            </a:lvl3pPr>
            <a:lvl4pPr algn="l">
              <a:defRPr sz="1425" b="1">
                <a:solidFill>
                  <a:srgbClr val="F4F7F8"/>
                </a:solidFill>
              </a:defRPr>
            </a:lvl4pPr>
            <a:lvl5pPr algn="l">
              <a:defRPr sz="1425" b="1">
                <a:solidFill>
                  <a:srgbClr val="F4F7F8"/>
                </a:solidFill>
              </a:defRPr>
            </a:lvl5pPr>
            <a:lvl6pPr algn="l">
              <a:defRPr sz="1425" b="1">
                <a:solidFill>
                  <a:srgbClr val="F4F7F8"/>
                </a:solidFill>
              </a:defRPr>
            </a:lvl6pPr>
            <a:lvl7pPr algn="l">
              <a:defRPr sz="1425" b="1">
                <a:solidFill>
                  <a:srgbClr val="F4F7F8"/>
                </a:solidFill>
              </a:defRPr>
            </a:lvl7pPr>
            <a:lvl8pPr algn="l">
              <a:defRPr sz="1425" b="1">
                <a:solidFill>
                  <a:srgbClr val="F4F7F8"/>
                </a:solidFill>
              </a:defRPr>
            </a:lvl8pPr>
            <a:lvl9pPr algn="l">
              <a:defRPr sz="142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4F7F8"/>
                </a:solidFill>
              </a:defRPr>
            </a:pPr>
            <a:r>
              <a:rPr sz="1425" b="1">
                <a:solidFill>
                  <a:srgbClr val="F4F7F8"/>
                </a:solidFill>
              </a:rPr>
              <a:t>Select an asset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77935F-73B5-4E11-AE7D-CF4B5ABE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238500"/>
            <a:ext cx="3048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A2B5F6-7E59-4360-95DC-8DCF59FC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480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32D6C5"/>
                </a:solidFill>
              </a:defRPr>
            </a:defPPr>
            <a:lvl1pPr algn="l">
              <a:defRPr sz="2325" b="1">
                <a:solidFill>
                  <a:srgbClr val="32D6C5"/>
                </a:solidFill>
              </a:defRPr>
            </a:lvl1pPr>
            <a:lvl2pPr algn="l">
              <a:defRPr sz="2325" b="1">
                <a:solidFill>
                  <a:srgbClr val="32D6C5"/>
                </a:solidFill>
              </a:defRPr>
            </a:lvl2pPr>
            <a:lvl3pPr algn="l">
              <a:defRPr sz="2325" b="1">
                <a:solidFill>
                  <a:srgbClr val="32D6C5"/>
                </a:solidFill>
              </a:defRPr>
            </a:lvl3pPr>
            <a:lvl4pPr algn="l">
              <a:defRPr sz="2325" b="1">
                <a:solidFill>
                  <a:srgbClr val="32D6C5"/>
                </a:solidFill>
              </a:defRPr>
            </a:lvl4pPr>
            <a:lvl5pPr algn="l">
              <a:defRPr sz="2325" b="1">
                <a:solidFill>
                  <a:srgbClr val="32D6C5"/>
                </a:solidFill>
              </a:defRPr>
            </a:lvl5pPr>
            <a:lvl6pPr algn="l">
              <a:defRPr sz="2325" b="1">
                <a:solidFill>
                  <a:srgbClr val="32D6C5"/>
                </a:solidFill>
              </a:defRPr>
            </a:lvl6pPr>
            <a:lvl7pPr algn="l">
              <a:defRPr sz="2325" b="1">
                <a:solidFill>
                  <a:srgbClr val="32D6C5"/>
                </a:solidFill>
              </a:defRPr>
            </a:lvl7pPr>
            <a:lvl8pPr algn="l">
              <a:defRPr sz="2325" b="1">
                <a:solidFill>
                  <a:srgbClr val="32D6C5"/>
                </a:solidFill>
              </a:defRPr>
            </a:lvl8pPr>
            <a:lvl9pPr algn="l">
              <a:defRPr sz="23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32D6C5"/>
                </a:solidFill>
              </a:defRPr>
            </a:pPr>
            <a:r>
              <a:rPr sz="2325" b="1">
                <a:solidFill>
                  <a:srgbClr val="32D6C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5434B5-C112-428D-A832-D129DC8B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429000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4F7F8"/>
                </a:solidFill>
              </a:defRPr>
            </a:defPPr>
            <a:lvl1pPr algn="l">
              <a:defRPr sz="1425" b="1">
                <a:solidFill>
                  <a:srgbClr val="F4F7F8"/>
                </a:solidFill>
              </a:defRPr>
            </a:lvl1pPr>
            <a:lvl2pPr algn="l">
              <a:defRPr sz="1425" b="1">
                <a:solidFill>
                  <a:srgbClr val="F4F7F8"/>
                </a:solidFill>
              </a:defRPr>
            </a:lvl2pPr>
            <a:lvl3pPr algn="l">
              <a:defRPr sz="1425" b="1">
                <a:solidFill>
                  <a:srgbClr val="F4F7F8"/>
                </a:solidFill>
              </a:defRPr>
            </a:lvl3pPr>
            <a:lvl4pPr algn="l">
              <a:defRPr sz="1425" b="1">
                <a:solidFill>
                  <a:srgbClr val="F4F7F8"/>
                </a:solidFill>
              </a:defRPr>
            </a:lvl4pPr>
            <a:lvl5pPr algn="l">
              <a:defRPr sz="1425" b="1">
                <a:solidFill>
                  <a:srgbClr val="F4F7F8"/>
                </a:solidFill>
              </a:defRPr>
            </a:lvl5pPr>
            <a:lvl6pPr algn="l">
              <a:defRPr sz="1425" b="1">
                <a:solidFill>
                  <a:srgbClr val="F4F7F8"/>
                </a:solidFill>
              </a:defRPr>
            </a:lvl6pPr>
            <a:lvl7pPr algn="l">
              <a:defRPr sz="1425" b="1">
                <a:solidFill>
                  <a:srgbClr val="F4F7F8"/>
                </a:solidFill>
              </a:defRPr>
            </a:lvl7pPr>
            <a:lvl8pPr algn="l">
              <a:defRPr sz="1425" b="1">
                <a:solidFill>
                  <a:srgbClr val="F4F7F8"/>
                </a:solidFill>
              </a:defRPr>
            </a:lvl8pPr>
            <a:lvl9pPr algn="l">
              <a:defRPr sz="142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4F7F8"/>
                </a:solidFill>
              </a:defRPr>
            </a:pPr>
            <a:r>
              <a:rPr sz="1425" b="1">
                <a:solidFill>
                  <a:srgbClr val="F4F7F8"/>
                </a:solidFill>
              </a:rPr>
              <a:t>Trigger a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82115-1DBE-4308-B9F4-31C952CE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38500"/>
            <a:ext cx="3048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1DBFBA-69D2-4444-8E27-FF89BB5C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480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32D6C5"/>
                </a:solidFill>
              </a:defRPr>
            </a:defPPr>
            <a:lvl1pPr algn="l">
              <a:defRPr sz="2325" b="1">
                <a:solidFill>
                  <a:srgbClr val="32D6C5"/>
                </a:solidFill>
              </a:defRPr>
            </a:lvl1pPr>
            <a:lvl2pPr algn="l">
              <a:defRPr sz="2325" b="1">
                <a:solidFill>
                  <a:srgbClr val="32D6C5"/>
                </a:solidFill>
              </a:defRPr>
            </a:lvl2pPr>
            <a:lvl3pPr algn="l">
              <a:defRPr sz="2325" b="1">
                <a:solidFill>
                  <a:srgbClr val="32D6C5"/>
                </a:solidFill>
              </a:defRPr>
            </a:lvl3pPr>
            <a:lvl4pPr algn="l">
              <a:defRPr sz="2325" b="1">
                <a:solidFill>
                  <a:srgbClr val="32D6C5"/>
                </a:solidFill>
              </a:defRPr>
            </a:lvl4pPr>
            <a:lvl5pPr algn="l">
              <a:defRPr sz="2325" b="1">
                <a:solidFill>
                  <a:srgbClr val="32D6C5"/>
                </a:solidFill>
              </a:defRPr>
            </a:lvl5pPr>
            <a:lvl6pPr algn="l">
              <a:defRPr sz="2325" b="1">
                <a:solidFill>
                  <a:srgbClr val="32D6C5"/>
                </a:solidFill>
              </a:defRPr>
            </a:lvl6pPr>
            <a:lvl7pPr algn="l">
              <a:defRPr sz="2325" b="1">
                <a:solidFill>
                  <a:srgbClr val="32D6C5"/>
                </a:solidFill>
              </a:defRPr>
            </a:lvl7pPr>
            <a:lvl8pPr algn="l">
              <a:defRPr sz="2325" b="1">
                <a:solidFill>
                  <a:srgbClr val="32D6C5"/>
                </a:solidFill>
              </a:defRPr>
            </a:lvl8pPr>
            <a:lvl9pPr algn="l">
              <a:defRPr sz="23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32D6C5"/>
                </a:solidFill>
              </a:defRPr>
            </a:pPr>
            <a:r>
              <a:rPr sz="2325" b="1">
                <a:solidFill>
                  <a:srgbClr val="32D6C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5EFF4F-8B99-4C01-B012-6D89B7EA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4F7F8"/>
                </a:solidFill>
              </a:defRPr>
            </a:defPPr>
            <a:lvl1pPr algn="l">
              <a:defRPr sz="1425" b="1">
                <a:solidFill>
                  <a:srgbClr val="F4F7F8"/>
                </a:solidFill>
              </a:defRPr>
            </a:lvl1pPr>
            <a:lvl2pPr algn="l">
              <a:defRPr sz="1425" b="1">
                <a:solidFill>
                  <a:srgbClr val="F4F7F8"/>
                </a:solidFill>
              </a:defRPr>
            </a:lvl2pPr>
            <a:lvl3pPr algn="l">
              <a:defRPr sz="1425" b="1">
                <a:solidFill>
                  <a:srgbClr val="F4F7F8"/>
                </a:solidFill>
              </a:defRPr>
            </a:lvl3pPr>
            <a:lvl4pPr algn="l">
              <a:defRPr sz="1425" b="1">
                <a:solidFill>
                  <a:srgbClr val="F4F7F8"/>
                </a:solidFill>
              </a:defRPr>
            </a:lvl4pPr>
            <a:lvl5pPr algn="l">
              <a:defRPr sz="1425" b="1">
                <a:solidFill>
                  <a:srgbClr val="F4F7F8"/>
                </a:solidFill>
              </a:defRPr>
            </a:lvl5pPr>
            <a:lvl6pPr algn="l">
              <a:defRPr sz="1425" b="1">
                <a:solidFill>
                  <a:srgbClr val="F4F7F8"/>
                </a:solidFill>
              </a:defRPr>
            </a:lvl6pPr>
            <a:lvl7pPr algn="l">
              <a:defRPr sz="1425" b="1">
                <a:solidFill>
                  <a:srgbClr val="F4F7F8"/>
                </a:solidFill>
              </a:defRPr>
            </a:lvl7pPr>
            <a:lvl8pPr algn="l">
              <a:defRPr sz="1425" b="1">
                <a:solidFill>
                  <a:srgbClr val="F4F7F8"/>
                </a:solidFill>
              </a:defRPr>
            </a:lvl8pPr>
            <a:lvl9pPr algn="l">
              <a:defRPr sz="142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4F7F8"/>
                </a:solidFill>
              </a:defRPr>
            </a:pPr>
            <a:r>
              <a:rPr sz="1425" b="1">
                <a:solidFill>
                  <a:srgbClr val="F4F7F8"/>
                </a:solidFill>
              </a:rPr>
              <a:t>Compare throughput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192813-6761-4CE4-9767-28F52335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Team Ademix • Digital Mine on OpenEgiz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05B7D1-E10B-4B14-BB3A-6E617F32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905500"/>
            <a:ext cx="3857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A9B6BC"/>
                </a:solidFill>
              </a:defRPr>
            </a:defPPr>
            <a:lvl1pPr algn="r">
              <a:defRPr sz="1200" b="0">
                <a:solidFill>
                  <a:srgbClr val="A9B6BC"/>
                </a:solidFill>
              </a:defRPr>
            </a:lvl1pPr>
            <a:lvl2pPr algn="r">
              <a:defRPr sz="1200" b="0">
                <a:solidFill>
                  <a:srgbClr val="A9B6BC"/>
                </a:solidFill>
              </a:defRPr>
            </a:lvl2pPr>
            <a:lvl3pPr algn="r">
              <a:defRPr sz="1200" b="0">
                <a:solidFill>
                  <a:srgbClr val="A9B6BC"/>
                </a:solidFill>
              </a:defRPr>
            </a:lvl3pPr>
            <a:lvl4pPr algn="r">
              <a:defRPr sz="1200" b="0">
                <a:solidFill>
                  <a:srgbClr val="A9B6BC"/>
                </a:solidFill>
              </a:defRPr>
            </a:lvl4pPr>
            <a:lvl5pPr algn="r">
              <a:defRPr sz="1200" b="0">
                <a:solidFill>
                  <a:srgbClr val="A9B6BC"/>
                </a:solidFill>
              </a:defRPr>
            </a:lvl5pPr>
            <a:lvl6pPr algn="r">
              <a:defRPr sz="1200" b="0">
                <a:solidFill>
                  <a:srgbClr val="A9B6BC"/>
                </a:solidFill>
              </a:defRPr>
            </a:lvl6pPr>
            <a:lvl7pPr algn="r">
              <a:defRPr sz="1200" b="0">
                <a:solidFill>
                  <a:srgbClr val="A9B6BC"/>
                </a:solidFill>
              </a:defRPr>
            </a:lvl7pPr>
            <a:lvl8pPr algn="r">
              <a:defRPr sz="1200" b="0">
                <a:solidFill>
                  <a:srgbClr val="A9B6BC"/>
                </a:solidFill>
              </a:defRPr>
            </a:lvl8pPr>
            <a:lvl9pPr algn="r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github.com/openegiz-contest/team-111</a:t>
            </a:r>
          </a:p>
        </p:txBody>
      </p:sp>
    </p:spTree>
    <p:extLst>
      <p:ext uri="{BB962C8B-B14F-4D97-AF65-F5344CB8AC3E}">
        <p14:creationId xmlns:p14="http://schemas.microsoft.com/office/powerpoint/2010/main" val="21388621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2026-10-21T19:57:48.6440000Z</dcterms:created>
  <dcterms:modified xsi:type="dcterms:W3CDTF">2026-10-21T19:57:48.6440000Z</dcterms:modified>
</coreProperties>
</file>